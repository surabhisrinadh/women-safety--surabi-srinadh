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5" Type="http://schemas.openxmlformats.org/officedocument/2006/relationships/metadata/core-properties" Target="docProps/core0.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 /><Relationship Id="rId13" Type="http://schemas.openxmlformats.org/officeDocument/2006/relationships/slide" Target="slides/slide11.xml" /><Relationship Id="rId18" Type="http://schemas.openxmlformats.org/officeDocument/2006/relationships/tableStyles" Target="tableStyles.xml" /><Relationship Id="rId3" Type="http://schemas.openxmlformats.org/officeDocument/2006/relationships/slide" Target="slides/slide1.xml" /><Relationship Id="rId7" Type="http://schemas.openxmlformats.org/officeDocument/2006/relationships/slide" Target="slides/slide5.xml" /><Relationship Id="rId12" Type="http://schemas.openxmlformats.org/officeDocument/2006/relationships/slide" Target="slides/slide10.xml" /><Relationship Id="rId17" Type="http://schemas.openxmlformats.org/officeDocument/2006/relationships/theme" Target="theme/theme1.xml" /><Relationship Id="rId2" Type="http://schemas.openxmlformats.org/officeDocument/2006/relationships/slideMaster" Target="slideMasters/slideMaster2.xml" /><Relationship Id="rId1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4.xml" /><Relationship Id="rId11" Type="http://schemas.openxmlformats.org/officeDocument/2006/relationships/slide" Target="slides/slide9.xml" /><Relationship Id="rId5" Type="http://schemas.openxmlformats.org/officeDocument/2006/relationships/slide" Target="slides/slide3.xml" /><Relationship Id="rId15" Type="http://schemas.openxmlformats.org/officeDocument/2006/relationships/presProps" Target="presProps.xml" /><Relationship Id="rId10" Type="http://schemas.openxmlformats.org/officeDocument/2006/relationships/slide" Target="slides/slide8.xml" /><Relationship Id="rId4" Type="http://schemas.openxmlformats.org/officeDocument/2006/relationships/slide" Target="slides/slide2.xml" /><Relationship Id="rId9" Type="http://schemas.openxmlformats.org/officeDocument/2006/relationships/slide" Target="slides/slide7.xml" /><Relationship Id="rId14" Type="http://schemas.openxmlformats.org/officeDocument/2006/relationships/slide" Target="slides/slide12.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bit.ly/2TtBDfr" TargetMode="External" /><Relationship Id="rId2" Type="http://schemas.openxmlformats.org/officeDocument/2006/relationships/hyperlink" Target="https://bit.ly/3A1uf1Q" TargetMode="External"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3" name="PlaceHolder 1"/>
          <p:cNvSpPr>
            <a:spLocks noGrp="1"/>
          </p:cNvSpPr>
          <p:nvPr>
            <p:ph type="body"/>
          </p:nvPr>
        </p:nvSpPr>
        <p:spPr>
          <a:xfrm>
            <a:off x="0" y="-180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4" name="PlaceHolder 2"/>
          <p:cNvSpPr>
            <a:spLocks noGrp="1"/>
          </p:cNvSpPr>
          <p:nvPr>
            <p:ph type="title"/>
          </p:nvPr>
        </p:nvSpPr>
        <p:spPr>
          <a:xfrm>
            <a:off x="450720" y="379800"/>
            <a:ext cx="4835520" cy="2313720"/>
          </a:xfrm>
          <a:prstGeom prst="rect">
            <a:avLst/>
          </a:prstGeom>
          <a:noFill/>
          <a:ln w="0">
            <a:noFill/>
          </a:ln>
        </p:spPr>
        <p:txBody>
          <a:bodyPr lIns="91440" tIns="91440" rIns="91440" bIns="91440" anchor="b">
            <a:noAutofit/>
          </a:bodyPr>
          <a:lstStyle/>
          <a:p>
            <a:pPr indent="0">
              <a:buNone/>
            </a:pPr>
            <a:r>
              <a:rPr lang="fr-FR" sz="5000" b="0" u="none" strike="noStrike">
                <a:solidFill>
                  <a:schemeClr val="dk1"/>
                </a:solidFill>
                <a:effectLst/>
                <a:uFillTx/>
                <a:latin typeface="Arial"/>
              </a:rPr>
              <a:t>Click to edit the title text format</a:t>
            </a:r>
          </a:p>
        </p:txBody>
      </p:sp>
      <p:sp>
        <p:nvSpPr>
          <p:cNvPr id="2" name="PlaceHolder 3"/>
          <p:cNvSpPr>
            <a:spLocks noGrp="1"/>
          </p:cNvSpPr>
          <p:nvPr>
            <p:ph type="sldNum" idx="1"/>
          </p:nvPr>
        </p:nvSpPr>
        <p:spPr>
          <a:xfrm>
            <a:off x="8598960" y="4839120"/>
            <a:ext cx="315720" cy="151560"/>
          </a:xfrm>
          <a:prstGeom prst="rect">
            <a:avLst/>
          </a:prstGeom>
          <a:noFill/>
          <a:ln w="0">
            <a:noFill/>
          </a:ln>
          <a:effectLst>
            <a:outerShdw blurRad="57240" dist="19080" dir="5400000" rotWithShape="0">
              <a:srgbClr val="000000">
                <a:alpha val="50000"/>
              </a:srgbClr>
            </a:outerShdw>
          </a:effectLst>
        </p:spPr>
        <p:txBody>
          <a:bodyPr lIns="91440" tIns="75600" rIns="91440" bIns="75600" anchor="ctr">
            <a:noAutofit/>
          </a:bodyPr>
          <a:lstStyle>
            <a:lvl1pPr indent="0" algn="ctr" defTabSz="914400">
              <a:lnSpc>
                <a:spcPct val="100000"/>
              </a:lnSpc>
              <a:buNone/>
              <a:tabLst>
                <a:tab pos="0" algn="l"/>
              </a:tabLst>
              <a:defRPr lang="en" sz="800" b="0" u="none" strike="noStrike">
                <a:solidFill>
                  <a:schemeClr val="dk2"/>
                </a:solidFill>
                <a:effectLst/>
                <a:uFillTx/>
                <a:latin typeface="Barlow"/>
                <a:ea typeface="Barlow"/>
              </a:defRPr>
            </a:lvl1pPr>
          </a:lstStyle>
          <a:p>
            <a:pPr indent="0" algn="ctr" defTabSz="914400">
              <a:lnSpc>
                <a:spcPct val="100000"/>
              </a:lnSpc>
              <a:buNone/>
              <a:tabLst>
                <a:tab pos="0" algn="l"/>
              </a:tabLst>
            </a:pPr>
            <a:fld id="{CE095D75-0D91-4B93-9688-C11481C0FCEF}" type="slidenum">
              <a:rPr lang="en" sz="800" b="0" u="none" strike="noStrike">
                <a:solidFill>
                  <a:schemeClr val="dk2"/>
                </a:solidFill>
                <a:effectLst/>
                <a:uFillTx/>
                <a:latin typeface="Barlow"/>
                <a:ea typeface="Barlow"/>
              </a:rPr>
              <a:t>‹#›</a:t>
            </a:fld>
            <a:endParaRPr lang="en-US" sz="800" b="0" u="none" strike="noStrike">
              <a:solidFill>
                <a:srgbClr val="000000"/>
              </a:solidFill>
              <a:effectLst/>
              <a:uFillTx/>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3" name="Google Shape;86;p11"/>
          <p:cNvSpPr/>
          <p:nvPr/>
        </p:nvSpPr>
        <p:spPr>
          <a:xfrm>
            <a:off x="8605080" y="4814280"/>
            <a:ext cx="312840" cy="201240"/>
          </a:xfrm>
          <a:prstGeom prst="ellipse">
            <a:avLst/>
          </a:prstGeom>
          <a:noFill/>
          <a:ln w="9525">
            <a:solidFill>
              <a:srgbClr val="532D22"/>
            </a:solidFill>
            <a:round/>
          </a:ln>
        </p:spPr>
        <p:style>
          <a:lnRef idx="0">
            <a:scrgbClr r="0" g="0" b="0"/>
          </a:lnRef>
          <a:fillRef idx="0">
            <a:scrgbClr r="0" g="0" b="0"/>
          </a:fillRef>
          <a:effectRef idx="0">
            <a:scrgbClr r="0" g="0" b="0"/>
          </a:effectRef>
          <a:fontRef idx="minor"/>
        </p:style>
        <p:txBody>
          <a:bodyPr tIns="70920" bIns="709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4" name="Google Shape;87;p11"/>
          <p:cNvCxnSpPr/>
          <p:nvPr/>
        </p:nvCxnSpPr>
        <p:spPr>
          <a:xfrm flipH="1">
            <a:off x="550800" y="228600"/>
            <a:ext cx="8367480" cy="360"/>
          </a:xfrm>
          <a:prstGeom prst="straightConnector1">
            <a:avLst/>
          </a:prstGeom>
          <a:ln w="9525">
            <a:solidFill>
              <a:srgbClr val="532D22"/>
            </a:solidFill>
            <a:round/>
          </a:ln>
        </p:spPr>
      </p:cxnSp>
      <p:cxnSp>
        <p:nvCxnSpPr>
          <p:cNvPr id="5" name="Google Shape;88;p11"/>
          <p:cNvCxnSpPr/>
          <p:nvPr/>
        </p:nvCxnSpPr>
        <p:spPr>
          <a:xfrm flipH="1">
            <a:off x="557280" y="4914720"/>
            <a:ext cx="7962480" cy="360"/>
          </a:xfrm>
          <a:prstGeom prst="straightConnector1">
            <a:avLst/>
          </a:prstGeom>
          <a:ln w="9525">
            <a:solidFill>
              <a:srgbClr val="532D22"/>
            </a:solidFill>
            <a:round/>
          </a:ln>
        </p:spPr>
      </p:cxnSp>
      <p:sp>
        <p:nvSpPr>
          <p:cNvPr id="6" name="Google Shape;89;p11"/>
          <p:cNvSpPr/>
          <p:nvPr/>
        </p:nvSpPr>
        <p:spPr>
          <a:xfrm>
            <a:off x="241560" y="4799520"/>
            <a:ext cx="236160" cy="230040"/>
          </a:xfrm>
          <a:custGeom>
            <a:avLst/>
            <a:gdLst>
              <a:gd name="textAreaLeft" fmla="*/ 0 w 236160"/>
              <a:gd name="textAreaRight" fmla="*/ 236520 w 236160"/>
              <a:gd name="textAreaTop" fmla="*/ 0 h 230040"/>
              <a:gd name="textAreaBottom" fmla="*/ 230400 h 230040"/>
            </a:gdLst>
            <a:ahLst/>
            <a:cxnLst/>
            <a:rect l="textAreaLeft" t="textAreaTop" r="textAreaRight" b="textAreaBottom"/>
            <a:pathLst>
              <a:path w="700373" h="683133">
                <a:moveTo>
                  <a:pt x="631031" y="547783"/>
                </a:moveTo>
                <a:cubicBezTo>
                  <a:pt x="532829" y="475679"/>
                  <a:pt x="481203" y="422910"/>
                  <a:pt x="478155" y="379762"/>
                </a:cubicBezTo>
                <a:cubicBezTo>
                  <a:pt x="506921" y="380619"/>
                  <a:pt x="545687" y="388525"/>
                  <a:pt x="595313" y="402336"/>
                </a:cubicBezTo>
                <a:cubicBezTo>
                  <a:pt x="544354" y="388144"/>
                  <a:pt x="506254" y="374523"/>
                  <a:pt x="480441" y="360045"/>
                </a:cubicBezTo>
                <a:cubicBezTo>
                  <a:pt x="493967" y="315754"/>
                  <a:pt x="566166" y="281273"/>
                  <a:pt x="700374" y="243840"/>
                </a:cubicBezTo>
                <a:cubicBezTo>
                  <a:pt x="575691" y="278606"/>
                  <a:pt x="499110" y="286988"/>
                  <a:pt x="463772" y="261080"/>
                </a:cubicBezTo>
                <a:cubicBezTo>
                  <a:pt x="481679" y="240506"/>
                  <a:pt x="509302" y="217075"/>
                  <a:pt x="546830" y="189547"/>
                </a:cubicBezTo>
                <a:cubicBezTo>
                  <a:pt x="508635" y="217646"/>
                  <a:pt x="477298" y="237458"/>
                  <a:pt x="451771" y="248698"/>
                </a:cubicBezTo>
                <a:cubicBezTo>
                  <a:pt x="425482" y="210598"/>
                  <a:pt x="446151" y="131254"/>
                  <a:pt x="506063" y="0"/>
                </a:cubicBezTo>
                <a:cubicBezTo>
                  <a:pt x="448151" y="126873"/>
                  <a:pt x="402908" y="193834"/>
                  <a:pt x="358331" y="201073"/>
                </a:cubicBezTo>
                <a:cubicBezTo>
                  <a:pt x="352616" y="174879"/>
                  <a:pt x="350234" y="139637"/>
                  <a:pt x="350234" y="94869"/>
                </a:cubicBezTo>
                <a:cubicBezTo>
                  <a:pt x="350234" y="139732"/>
                  <a:pt x="347853" y="174879"/>
                  <a:pt x="342138" y="201073"/>
                </a:cubicBezTo>
                <a:cubicBezTo>
                  <a:pt x="297561" y="193834"/>
                  <a:pt x="252222" y="126873"/>
                  <a:pt x="194405" y="0"/>
                </a:cubicBezTo>
                <a:cubicBezTo>
                  <a:pt x="254318" y="131159"/>
                  <a:pt x="274987" y="210598"/>
                  <a:pt x="248698" y="248698"/>
                </a:cubicBezTo>
                <a:cubicBezTo>
                  <a:pt x="223171" y="237458"/>
                  <a:pt x="191929" y="217551"/>
                  <a:pt x="153638" y="189547"/>
                </a:cubicBezTo>
                <a:cubicBezTo>
                  <a:pt x="191072" y="217075"/>
                  <a:pt x="218789" y="240506"/>
                  <a:pt x="236601" y="261080"/>
                </a:cubicBezTo>
                <a:cubicBezTo>
                  <a:pt x="201263" y="286988"/>
                  <a:pt x="124587" y="278606"/>
                  <a:pt x="0" y="243840"/>
                </a:cubicBezTo>
                <a:cubicBezTo>
                  <a:pt x="134208" y="281273"/>
                  <a:pt x="206502" y="315849"/>
                  <a:pt x="219933" y="360045"/>
                </a:cubicBezTo>
                <a:cubicBezTo>
                  <a:pt x="194120" y="374428"/>
                  <a:pt x="156020" y="388049"/>
                  <a:pt x="105061" y="402336"/>
                </a:cubicBezTo>
                <a:cubicBezTo>
                  <a:pt x="154686" y="388525"/>
                  <a:pt x="193453" y="380619"/>
                  <a:pt x="222218" y="379762"/>
                </a:cubicBezTo>
                <a:cubicBezTo>
                  <a:pt x="219170" y="422910"/>
                  <a:pt x="167545" y="475679"/>
                  <a:pt x="69342" y="547783"/>
                </a:cubicBezTo>
                <a:cubicBezTo>
                  <a:pt x="173450" y="471297"/>
                  <a:pt x="241745" y="437293"/>
                  <a:pt x="284893" y="450628"/>
                </a:cubicBezTo>
                <a:cubicBezTo>
                  <a:pt x="279654" y="480727"/>
                  <a:pt x="264795" y="521017"/>
                  <a:pt x="241078" y="573024"/>
                </a:cubicBezTo>
                <a:cubicBezTo>
                  <a:pt x="264509" y="521684"/>
                  <a:pt x="284988" y="484537"/>
                  <a:pt x="304133" y="461200"/>
                </a:cubicBezTo>
                <a:cubicBezTo>
                  <a:pt x="337947" y="489109"/>
                  <a:pt x="350234" y="561404"/>
                  <a:pt x="350234" y="683133"/>
                </a:cubicBezTo>
                <a:cubicBezTo>
                  <a:pt x="350234" y="561499"/>
                  <a:pt x="362522" y="489109"/>
                  <a:pt x="396335" y="461200"/>
                </a:cubicBezTo>
                <a:cubicBezTo>
                  <a:pt x="415481" y="484537"/>
                  <a:pt x="435959" y="521780"/>
                  <a:pt x="459391" y="573024"/>
                </a:cubicBezTo>
                <a:cubicBezTo>
                  <a:pt x="435674" y="521017"/>
                  <a:pt x="420719" y="480727"/>
                  <a:pt x="415576" y="450628"/>
                </a:cubicBezTo>
                <a:cubicBezTo>
                  <a:pt x="458724" y="437293"/>
                  <a:pt x="527018" y="471392"/>
                  <a:pt x="631127" y="54778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 name="Google Shape;90;p11"/>
          <p:cNvSpPr/>
          <p:nvPr/>
        </p:nvSpPr>
        <p:spPr>
          <a:xfrm>
            <a:off x="226080" y="109800"/>
            <a:ext cx="249120" cy="236880"/>
          </a:xfrm>
          <a:custGeom>
            <a:avLst/>
            <a:gdLst>
              <a:gd name="textAreaLeft" fmla="*/ 0 w 249120"/>
              <a:gd name="textAreaRight" fmla="*/ 249480 w 249120"/>
              <a:gd name="textAreaTop" fmla="*/ 0 h 236880"/>
              <a:gd name="textAreaBottom" fmla="*/ 237240 h 236880"/>
            </a:gdLst>
            <a:ahLst/>
            <a:cxnLst/>
            <a:rect l="textAreaLeft" t="textAreaTop" r="textAreaRight" b="textAreaBottom"/>
            <a:pathLst>
              <a:path w="627792" h="597026">
                <a:moveTo>
                  <a:pt x="313849" y="0"/>
                </a:moveTo>
                <a:cubicBezTo>
                  <a:pt x="313849" y="235172"/>
                  <a:pt x="247269" y="283559"/>
                  <a:pt x="0" y="228029"/>
                </a:cubicBezTo>
                <a:cubicBezTo>
                  <a:pt x="247269" y="283559"/>
                  <a:pt x="272701" y="361855"/>
                  <a:pt x="119920" y="597027"/>
                </a:cubicBezTo>
                <a:cubicBezTo>
                  <a:pt x="272701" y="361855"/>
                  <a:pt x="354997" y="361855"/>
                  <a:pt x="507873" y="597027"/>
                </a:cubicBezTo>
                <a:cubicBezTo>
                  <a:pt x="355092" y="361855"/>
                  <a:pt x="380428" y="283559"/>
                  <a:pt x="627793" y="228029"/>
                </a:cubicBezTo>
                <a:cubicBezTo>
                  <a:pt x="380524" y="283559"/>
                  <a:pt x="313944" y="235172"/>
                  <a:pt x="31394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 name="PlaceHolder 1"/>
          <p:cNvSpPr>
            <a:spLocks noGrp="1"/>
          </p:cNvSpPr>
          <p:nvPr>
            <p:ph type="title"/>
          </p:nvPr>
        </p:nvSpPr>
        <p:spPr>
          <a:xfrm>
            <a:off x="1284120" y="1953000"/>
            <a:ext cx="6575760" cy="79920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dk1"/>
                </a:solidFill>
                <a:effectLst/>
                <a:uFillTx/>
                <a:latin typeface="Barlow"/>
                <a:ea typeface="Barlow"/>
              </a:rPr>
              <a:t>xx%</a:t>
            </a:r>
            <a:endParaRPr lang="fr-FR" sz="6000" b="0" u="none" strike="noStrike">
              <a:solidFill>
                <a:schemeClr val="dk1"/>
              </a:solidFill>
              <a:effectLst/>
              <a:uFillTx/>
              <a:latin typeface="Arial"/>
            </a:endParaRPr>
          </a:p>
        </p:txBody>
      </p:sp>
      <p:sp>
        <p:nvSpPr>
          <p:cNvPr id="9" name="PlaceHolder 2"/>
          <p:cNvSpPr>
            <a:spLocks noGrp="1"/>
          </p:cNvSpPr>
          <p:nvPr>
            <p:ph type="sldNum" idx="2"/>
          </p:nvPr>
        </p:nvSpPr>
        <p:spPr>
          <a:xfrm>
            <a:off x="8598960" y="4839120"/>
            <a:ext cx="315720" cy="151560"/>
          </a:xfrm>
          <a:prstGeom prst="rect">
            <a:avLst/>
          </a:prstGeom>
          <a:noFill/>
          <a:ln w="0">
            <a:noFill/>
          </a:ln>
        </p:spPr>
        <p:txBody>
          <a:bodyPr lIns="91440" tIns="75600" rIns="91440" bIns="75600" anchor="ctr">
            <a:noAutofit/>
          </a:bodyPr>
          <a:lstStyle>
            <a:lvl1pPr indent="0" algn="ctr" defTabSz="914400">
              <a:lnSpc>
                <a:spcPct val="100000"/>
              </a:lnSpc>
              <a:buNone/>
              <a:tabLst>
                <a:tab pos="0" algn="l"/>
              </a:tabLst>
              <a:defRPr lang="en" sz="800" b="0" u="none" strike="noStrike">
                <a:solidFill>
                  <a:schemeClr val="dk1"/>
                </a:solidFill>
                <a:effectLst/>
                <a:uFillTx/>
                <a:latin typeface="Barlow"/>
                <a:ea typeface="Barlow"/>
              </a:defRPr>
            </a:lvl1pPr>
          </a:lstStyle>
          <a:p>
            <a:pPr indent="0" algn="ctr" defTabSz="914400">
              <a:lnSpc>
                <a:spcPct val="100000"/>
              </a:lnSpc>
              <a:buNone/>
              <a:tabLst>
                <a:tab pos="0" algn="l"/>
              </a:tabLst>
            </a:pPr>
            <a:fld id="{BE884653-AD95-498A-B87D-0ADFE69264F6}" type="slidenum">
              <a:rPr lang="en" sz="800" b="0" u="none" strike="noStrike">
                <a:solidFill>
                  <a:schemeClr val="dk1"/>
                </a:solidFill>
                <a:effectLst/>
                <a:uFillTx/>
                <a:latin typeface="Barlow"/>
                <a:ea typeface="Barlow"/>
              </a:rPr>
              <a:t>‹#›</a:t>
            </a:fld>
            <a:endParaRPr lang="en-US" sz="800" b="0" u="none" strike="noStrike">
              <a:solidFill>
                <a:srgbClr val="000000"/>
              </a:solidFill>
              <a:effectLst/>
              <a:uFillTx/>
              <a:latin typeface="OpenSymbo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10" name="PlaceHolder 1"/>
          <p:cNvSpPr>
            <a:spLocks noGrp="1"/>
          </p:cNvSpPr>
          <p:nvPr>
            <p:ph type="sldNum" idx="3"/>
          </p:nvPr>
        </p:nvSpPr>
        <p:spPr>
          <a:xfrm>
            <a:off x="8598960" y="4839120"/>
            <a:ext cx="315720" cy="151560"/>
          </a:xfrm>
          <a:prstGeom prst="rect">
            <a:avLst/>
          </a:prstGeom>
          <a:noFill/>
          <a:ln w="0">
            <a:noFill/>
          </a:ln>
        </p:spPr>
        <p:txBody>
          <a:bodyPr lIns="91440" tIns="75600" rIns="91440" bIns="75600" anchor="t">
            <a:noAutofit/>
          </a:bodyPr>
          <a:lstStyle>
            <a:lvl1pPr indent="0" algn="ctr" defTabSz="914400">
              <a:lnSpc>
                <a:spcPct val="100000"/>
              </a:lnSpc>
              <a:buNone/>
              <a:tabLst>
                <a:tab pos="0" algn="l"/>
              </a:tabLst>
              <a:defRPr lang="en" sz="800" b="0" u="none" strike="noStrike">
                <a:solidFill>
                  <a:schemeClr val="dk1"/>
                </a:solidFill>
                <a:effectLst/>
                <a:uFillTx/>
                <a:latin typeface="Barlow"/>
                <a:ea typeface="Barlow"/>
              </a:defRPr>
            </a:lvl1pPr>
          </a:lstStyle>
          <a:p>
            <a:pPr indent="0" algn="ctr" defTabSz="914400">
              <a:lnSpc>
                <a:spcPct val="100000"/>
              </a:lnSpc>
              <a:buNone/>
              <a:tabLst>
                <a:tab pos="0" algn="l"/>
              </a:tabLst>
            </a:pPr>
            <a:fld id="{966E8B99-E66E-4EC5-9543-D3337E766EB1}" type="slidenum">
              <a:rPr lang="en" sz="800" b="0" u="none" strike="noStrike">
                <a:solidFill>
                  <a:schemeClr val="dk1"/>
                </a:solidFill>
                <a:effectLst/>
                <a:uFillTx/>
                <a:latin typeface="Barlow"/>
                <a:ea typeface="Barlow"/>
              </a:rPr>
              <a:t>‹#›</a:t>
            </a:fld>
            <a:endParaRPr lang="en-US" sz="800" b="0" u="none" strike="noStrike">
              <a:solidFill>
                <a:srgbClr val="000000"/>
              </a:solidFill>
              <a:effectLst/>
              <a:uFillTx/>
              <a:latin typeface="OpenSymbo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chemeClr val="lt1"/>
        </a:solidFill>
        <a:effectLst/>
      </p:bgPr>
    </p:bg>
    <p:spTree>
      <p:nvGrpSpPr>
        <p:cNvPr id="1" name=""/>
        <p:cNvGrpSpPr/>
        <p:nvPr/>
      </p:nvGrpSpPr>
      <p:grpSpPr>
        <a:xfrm>
          <a:off x="0" y="0"/>
          <a:ext cx="0" cy="0"/>
          <a:chOff x="0" y="0"/>
          <a:chExt cx="0" cy="0"/>
        </a:xfrm>
      </p:grpSpPr>
      <p:pic>
        <p:nvPicPr>
          <p:cNvPr id="11" name="Google Shape;97;p13"/>
          <p:cNvPicPr/>
          <p:nvPr/>
        </p:nvPicPr>
        <p:blipFill>
          <a:blip r:embed="rId2"/>
          <a:srcRect l="18120" t="393" b="19299"/>
          <a:stretch/>
        </p:blipFill>
        <p:spPr>
          <a:xfrm>
            <a:off x="0" y="0"/>
            <a:ext cx="9143640" cy="5142960"/>
          </a:xfrm>
          <a:prstGeom prst="rect">
            <a:avLst/>
          </a:prstGeom>
          <a:noFill/>
          <a:ln w="0">
            <a:noFill/>
          </a:ln>
        </p:spPr>
      </p:pic>
      <p:sp>
        <p:nvSpPr>
          <p:cNvPr id="12" name="Google Shape;98;p13"/>
          <p:cNvSpPr/>
          <p:nvPr/>
        </p:nvSpPr>
        <p:spPr>
          <a:xfrm>
            <a:off x="8605080" y="4814280"/>
            <a:ext cx="312840" cy="2012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70920" bIns="709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3" name="PlaceHolder 1"/>
          <p:cNvSpPr>
            <a:spLocks noGrp="1"/>
          </p:cNvSpPr>
          <p:nvPr>
            <p:ph type="sldNum" idx="4"/>
          </p:nvPr>
        </p:nvSpPr>
        <p:spPr>
          <a:xfrm>
            <a:off x="8602200" y="4839120"/>
            <a:ext cx="315720" cy="151560"/>
          </a:xfrm>
          <a:prstGeom prst="rect">
            <a:avLst/>
          </a:prstGeom>
          <a:noFill/>
          <a:ln w="0">
            <a:noFill/>
          </a:ln>
        </p:spPr>
        <p:txBody>
          <a:bodyPr lIns="91440" tIns="75600" rIns="91440" bIns="75600" anchor="ctr">
            <a:noAutofit/>
          </a:bodyPr>
          <a:lstStyle>
            <a:lvl1pPr indent="0" algn="ctr" defTabSz="914400">
              <a:lnSpc>
                <a:spcPct val="100000"/>
              </a:lnSpc>
              <a:buNone/>
              <a:tabLst>
                <a:tab pos="0" algn="l"/>
              </a:tabLst>
              <a:defRPr lang="en" sz="800" b="0" u="none" strike="noStrike">
                <a:solidFill>
                  <a:schemeClr val="dk2"/>
                </a:solidFill>
                <a:effectLst/>
                <a:uFillTx/>
                <a:latin typeface="Barlow"/>
                <a:ea typeface="Barlow"/>
              </a:defRPr>
            </a:lvl1pPr>
          </a:lstStyle>
          <a:p>
            <a:pPr indent="0" algn="ctr" defTabSz="914400">
              <a:lnSpc>
                <a:spcPct val="100000"/>
              </a:lnSpc>
              <a:buNone/>
              <a:tabLst>
                <a:tab pos="0" algn="l"/>
              </a:tabLst>
            </a:pPr>
            <a:fld id="{5430F7EB-8995-4C43-94C8-68585C2440FD}" type="slidenum">
              <a:rPr lang="en" sz="800" b="0" u="none" strike="noStrike">
                <a:solidFill>
                  <a:schemeClr val="dk2"/>
                </a:solidFill>
                <a:effectLst/>
                <a:uFillTx/>
                <a:latin typeface="Barlow"/>
                <a:ea typeface="Barlow"/>
              </a:rPr>
              <a:t>‹#›</a:t>
            </a:fld>
            <a:endParaRPr lang="en-US" sz="800" b="0" u="none" strike="noStrike">
              <a:solidFill>
                <a:srgbClr val="000000"/>
              </a:solidFill>
              <a:effectLst/>
              <a:uFillTx/>
              <a:latin typeface="OpenSymbol"/>
            </a:endParaRPr>
          </a:p>
        </p:txBody>
      </p:sp>
      <p:sp>
        <p:nvSpPr>
          <p:cNvPr id="14" name="PlaceHolder 2"/>
          <p:cNvSpPr>
            <a:spLocks noGrp="1"/>
          </p:cNvSpPr>
          <p:nvPr>
            <p:ph type="title"/>
          </p:nvPr>
        </p:nvSpPr>
        <p:spPr>
          <a:xfrm>
            <a:off x="5382360" y="151920"/>
            <a:ext cx="35330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5" name="PlaceHolder 3"/>
          <p:cNvSpPr>
            <a:spLocks noGrp="1"/>
          </p:cNvSpPr>
          <p:nvPr>
            <p:ph type="title"/>
          </p:nvPr>
        </p:nvSpPr>
        <p:spPr>
          <a:xfrm>
            <a:off x="7004520" y="1612800"/>
            <a:ext cx="63648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2"/>
                </a:solidFill>
                <a:effectLst/>
                <a:uFillTx/>
                <a:latin typeface="Barlow"/>
                <a:ea typeface="Barlow"/>
              </a:rPr>
              <a:t>xx%</a:t>
            </a:r>
            <a:endParaRPr lang="fr-FR" sz="2000" b="0" u="none" strike="noStrike">
              <a:solidFill>
                <a:schemeClr val="dk1"/>
              </a:solidFill>
              <a:effectLst/>
              <a:uFillTx/>
              <a:latin typeface="Arial"/>
            </a:endParaRPr>
          </a:p>
        </p:txBody>
      </p:sp>
      <p:sp>
        <p:nvSpPr>
          <p:cNvPr id="16" name="PlaceHolder 4"/>
          <p:cNvSpPr>
            <a:spLocks noGrp="1"/>
          </p:cNvSpPr>
          <p:nvPr>
            <p:ph type="title"/>
          </p:nvPr>
        </p:nvSpPr>
        <p:spPr>
          <a:xfrm>
            <a:off x="4738680" y="3229920"/>
            <a:ext cx="63648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2"/>
                </a:solidFill>
                <a:effectLst/>
                <a:uFillTx/>
                <a:latin typeface="Barlow"/>
                <a:ea typeface="Barlow"/>
              </a:rPr>
              <a:t>xx%</a:t>
            </a:r>
            <a:endParaRPr lang="fr-FR" sz="2000" b="0" u="none" strike="noStrike">
              <a:solidFill>
                <a:schemeClr val="dk1"/>
              </a:solidFill>
              <a:effectLst/>
              <a:uFillTx/>
              <a:latin typeface="Arial"/>
            </a:endParaRPr>
          </a:p>
        </p:txBody>
      </p:sp>
      <p:sp>
        <p:nvSpPr>
          <p:cNvPr id="17" name="PlaceHolder 5"/>
          <p:cNvSpPr>
            <a:spLocks noGrp="1"/>
          </p:cNvSpPr>
          <p:nvPr>
            <p:ph type="title"/>
          </p:nvPr>
        </p:nvSpPr>
        <p:spPr>
          <a:xfrm>
            <a:off x="7004520" y="3229920"/>
            <a:ext cx="63648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2"/>
                </a:solidFill>
                <a:effectLst/>
                <a:uFillTx/>
                <a:latin typeface="Barlow"/>
                <a:ea typeface="Barlow"/>
              </a:rPr>
              <a:t>xx%</a:t>
            </a:r>
            <a:endParaRPr lang="fr-FR" sz="2000" b="0" u="none" strike="noStrike">
              <a:solidFill>
                <a:schemeClr val="dk1"/>
              </a:solidFill>
              <a:effectLst/>
              <a:uFillTx/>
              <a:latin typeface="Arial"/>
            </a:endParaRPr>
          </a:p>
        </p:txBody>
      </p:sp>
      <p:sp>
        <p:nvSpPr>
          <p:cNvPr id="18" name="PlaceHolder 6"/>
          <p:cNvSpPr>
            <a:spLocks noGrp="1"/>
          </p:cNvSpPr>
          <p:nvPr>
            <p:ph type="title"/>
          </p:nvPr>
        </p:nvSpPr>
        <p:spPr>
          <a:xfrm>
            <a:off x="4738680" y="1612800"/>
            <a:ext cx="63648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2"/>
                </a:solidFill>
                <a:effectLst/>
                <a:uFillTx/>
                <a:latin typeface="Barlow"/>
                <a:ea typeface="Barlow"/>
              </a:rPr>
              <a:t>xx%</a:t>
            </a:r>
            <a:endParaRPr lang="fr-FR" sz="2000" b="0" u="none" strike="noStrike">
              <a:solidFill>
                <a:schemeClr val="dk1"/>
              </a:solidFill>
              <a:effectLst/>
              <a:uFillTx/>
              <a:latin typeface="Arial"/>
            </a:endParaRPr>
          </a:p>
        </p:txBody>
      </p:sp>
      <p:cxnSp>
        <p:nvCxnSpPr>
          <p:cNvPr id="19" name="Google Shape;109;p13"/>
          <p:cNvCxnSpPr/>
          <p:nvPr/>
        </p:nvCxnSpPr>
        <p:spPr>
          <a:xfrm flipH="1">
            <a:off x="550800" y="228600"/>
            <a:ext cx="8367480" cy="360"/>
          </a:xfrm>
          <a:prstGeom prst="straightConnector1">
            <a:avLst/>
          </a:prstGeom>
          <a:ln w="9525">
            <a:solidFill>
              <a:srgbClr val="FFFFFF"/>
            </a:solidFill>
            <a:round/>
          </a:ln>
        </p:spPr>
      </p:cxnSp>
      <p:sp>
        <p:nvSpPr>
          <p:cNvPr id="20" name="Google Shape;110;p13"/>
          <p:cNvSpPr/>
          <p:nvPr/>
        </p:nvSpPr>
        <p:spPr>
          <a:xfrm>
            <a:off x="232560" y="114840"/>
            <a:ext cx="236880" cy="233280"/>
          </a:xfrm>
          <a:custGeom>
            <a:avLst/>
            <a:gdLst>
              <a:gd name="textAreaLeft" fmla="*/ 0 w 236880"/>
              <a:gd name="textAreaRight" fmla="*/ 237240 w 236880"/>
              <a:gd name="textAreaTop" fmla="*/ 0 h 233280"/>
              <a:gd name="textAreaBottom" fmla="*/ 233640 h 233280"/>
            </a:gdLst>
            <a:ahLst/>
            <a:cxnLst/>
            <a:rect l="textAreaLeft" t="textAreaTop" r="textAreaRight" b="textAreaBottom"/>
            <a:pathLst>
              <a:path w="649985" h="640079">
                <a:moveTo>
                  <a:pt x="324993" y="0"/>
                </a:moveTo>
                <a:cubicBezTo>
                  <a:pt x="324993" y="252127"/>
                  <a:pt x="280035" y="268510"/>
                  <a:pt x="112871" y="77248"/>
                </a:cubicBezTo>
                <a:cubicBezTo>
                  <a:pt x="280035" y="268605"/>
                  <a:pt x="256032" y="310039"/>
                  <a:pt x="0" y="272701"/>
                </a:cubicBezTo>
                <a:cubicBezTo>
                  <a:pt x="256032" y="310039"/>
                  <a:pt x="264414" y="357188"/>
                  <a:pt x="39243" y="495014"/>
                </a:cubicBezTo>
                <a:cubicBezTo>
                  <a:pt x="264414" y="357188"/>
                  <a:pt x="301085" y="387953"/>
                  <a:pt x="212122" y="640080"/>
                </a:cubicBezTo>
                <a:cubicBezTo>
                  <a:pt x="301085" y="387953"/>
                  <a:pt x="348901" y="387953"/>
                  <a:pt x="437864" y="640080"/>
                </a:cubicBezTo>
                <a:cubicBezTo>
                  <a:pt x="348901" y="387953"/>
                  <a:pt x="385572" y="357092"/>
                  <a:pt x="610743" y="495014"/>
                </a:cubicBezTo>
                <a:cubicBezTo>
                  <a:pt x="385572" y="357188"/>
                  <a:pt x="393859" y="310039"/>
                  <a:pt x="649986" y="272701"/>
                </a:cubicBezTo>
                <a:cubicBezTo>
                  <a:pt x="393954" y="310039"/>
                  <a:pt x="369951" y="268510"/>
                  <a:pt x="537115" y="77248"/>
                </a:cubicBezTo>
                <a:cubicBezTo>
                  <a:pt x="369951" y="268605"/>
                  <a:pt x="324993" y="252222"/>
                  <a:pt x="32499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21" name="Google Shape;111;p13"/>
          <p:cNvCxnSpPr/>
          <p:nvPr/>
        </p:nvCxnSpPr>
        <p:spPr>
          <a:xfrm flipH="1">
            <a:off x="557280" y="4914720"/>
            <a:ext cx="7962480" cy="360"/>
          </a:xfrm>
          <a:prstGeom prst="straightConnector1">
            <a:avLst/>
          </a:prstGeom>
          <a:ln w="9525">
            <a:solidFill>
              <a:srgbClr val="FFFFFF"/>
            </a:solidFill>
            <a:round/>
          </a:ln>
        </p:spPr>
      </p:cxnSp>
      <p:grpSp>
        <p:nvGrpSpPr>
          <p:cNvPr id="22" name="Google Shape;112;p13"/>
          <p:cNvGrpSpPr/>
          <p:nvPr/>
        </p:nvGrpSpPr>
        <p:grpSpPr>
          <a:xfrm>
            <a:off x="237960" y="4796280"/>
            <a:ext cx="236880" cy="236880"/>
            <a:chOff x="237960" y="4796280"/>
            <a:chExt cx="236880" cy="236880"/>
          </a:xfrm>
        </p:grpSpPr>
        <p:sp>
          <p:nvSpPr>
            <p:cNvPr id="23" name="Google Shape;113;p13"/>
            <p:cNvSpPr/>
            <p:nvPr/>
          </p:nvSpPr>
          <p:spPr>
            <a:xfrm>
              <a:off x="237960" y="479628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741997" h="741997">
                  <a:moveTo>
                    <a:pt x="741998" y="370999"/>
                  </a:moveTo>
                  <a:cubicBezTo>
                    <a:pt x="380619" y="373666"/>
                    <a:pt x="379476" y="376047"/>
                    <a:pt x="633317" y="633317"/>
                  </a:cubicBezTo>
                  <a:cubicBezTo>
                    <a:pt x="376047" y="379476"/>
                    <a:pt x="373666" y="380524"/>
                    <a:pt x="370999" y="741998"/>
                  </a:cubicBezTo>
                  <a:cubicBezTo>
                    <a:pt x="368332" y="380619"/>
                    <a:pt x="365950" y="379476"/>
                    <a:pt x="108680" y="633317"/>
                  </a:cubicBezTo>
                  <a:cubicBezTo>
                    <a:pt x="362521" y="376047"/>
                    <a:pt x="361474" y="373666"/>
                    <a:pt x="0" y="370999"/>
                  </a:cubicBezTo>
                  <a:cubicBezTo>
                    <a:pt x="361378" y="368332"/>
                    <a:pt x="362521" y="365951"/>
                    <a:pt x="108680" y="108680"/>
                  </a:cubicBezTo>
                  <a:cubicBezTo>
                    <a:pt x="365950" y="362522"/>
                    <a:pt x="368332" y="361474"/>
                    <a:pt x="370999" y="0"/>
                  </a:cubicBezTo>
                  <a:cubicBezTo>
                    <a:pt x="373666" y="361379"/>
                    <a:pt x="376047" y="362522"/>
                    <a:pt x="633317" y="108680"/>
                  </a:cubicBezTo>
                  <a:cubicBezTo>
                    <a:pt x="379476" y="365951"/>
                    <a:pt x="380524" y="368332"/>
                    <a:pt x="741998" y="370999"/>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 name="Google Shape;114;p13"/>
            <p:cNvSpPr/>
            <p:nvPr/>
          </p:nvSpPr>
          <p:spPr>
            <a:xfrm>
              <a:off x="237960" y="479628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741997" h="741997">
                  <a:moveTo>
                    <a:pt x="741998" y="370999"/>
                  </a:moveTo>
                  <a:cubicBezTo>
                    <a:pt x="380619" y="373666"/>
                    <a:pt x="379476" y="376047"/>
                    <a:pt x="633317" y="633317"/>
                  </a:cubicBezTo>
                  <a:cubicBezTo>
                    <a:pt x="376047" y="379476"/>
                    <a:pt x="373666" y="380524"/>
                    <a:pt x="370999" y="741998"/>
                  </a:cubicBezTo>
                  <a:cubicBezTo>
                    <a:pt x="368332" y="380619"/>
                    <a:pt x="365950" y="379476"/>
                    <a:pt x="108680" y="633317"/>
                  </a:cubicBezTo>
                  <a:cubicBezTo>
                    <a:pt x="362521" y="376047"/>
                    <a:pt x="361474" y="373666"/>
                    <a:pt x="0" y="370999"/>
                  </a:cubicBezTo>
                  <a:cubicBezTo>
                    <a:pt x="361378" y="368332"/>
                    <a:pt x="362521" y="365951"/>
                    <a:pt x="108680" y="108680"/>
                  </a:cubicBezTo>
                  <a:cubicBezTo>
                    <a:pt x="365950" y="362522"/>
                    <a:pt x="368332" y="361474"/>
                    <a:pt x="370999" y="0"/>
                  </a:cubicBezTo>
                  <a:cubicBezTo>
                    <a:pt x="373666" y="361379"/>
                    <a:pt x="376047" y="362522"/>
                    <a:pt x="633317" y="108680"/>
                  </a:cubicBezTo>
                  <a:cubicBezTo>
                    <a:pt x="379476" y="365951"/>
                    <a:pt x="380524" y="368332"/>
                    <a:pt x="741998" y="370999"/>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25" name="Google Shape;116;p14"/>
          <p:cNvSpPr/>
          <p:nvPr/>
        </p:nvSpPr>
        <p:spPr>
          <a:xfrm>
            <a:off x="8605080" y="4814280"/>
            <a:ext cx="312840" cy="201240"/>
          </a:xfrm>
          <a:prstGeom prst="ellipse">
            <a:avLst/>
          </a:prstGeom>
          <a:noFill/>
          <a:ln w="9525">
            <a:solidFill>
              <a:srgbClr val="532D22"/>
            </a:solidFill>
            <a:round/>
          </a:ln>
        </p:spPr>
        <p:style>
          <a:lnRef idx="0">
            <a:scrgbClr r="0" g="0" b="0"/>
          </a:lnRef>
          <a:fillRef idx="0">
            <a:scrgbClr r="0" g="0" b="0"/>
          </a:fillRef>
          <a:effectRef idx="0">
            <a:scrgbClr r="0" g="0" b="0"/>
          </a:effectRef>
          <a:fontRef idx="minor"/>
        </p:style>
        <p:txBody>
          <a:bodyPr tIns="70920" bIns="709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6" name="Google Shape;117;p14"/>
          <p:cNvGrpSpPr/>
          <p:nvPr/>
        </p:nvGrpSpPr>
        <p:grpSpPr>
          <a:xfrm>
            <a:off x="228600" y="4813920"/>
            <a:ext cx="201240" cy="201240"/>
            <a:chOff x="228600" y="4813920"/>
            <a:chExt cx="201240" cy="201240"/>
          </a:xfrm>
        </p:grpSpPr>
        <p:sp>
          <p:nvSpPr>
            <p:cNvPr id="27" name="Google Shape;118;p14"/>
            <p:cNvSpPr/>
            <p:nvPr/>
          </p:nvSpPr>
          <p:spPr>
            <a:xfrm>
              <a:off x="228600" y="4813920"/>
              <a:ext cx="201240" cy="201240"/>
            </a:xfrm>
            <a:custGeom>
              <a:avLst/>
              <a:gdLst>
                <a:gd name="textAreaLeft" fmla="*/ 0 w 201240"/>
                <a:gd name="textAreaRight" fmla="*/ 201600 w 201240"/>
                <a:gd name="textAreaTop" fmla="*/ 0 h 201240"/>
                <a:gd name="textAreaBottom" fmla="*/ 201600 h 201240"/>
              </a:gdLst>
              <a:ahLst/>
              <a:cxnLst/>
              <a:rect l="textAreaLeft" t="textAreaTop" r="textAreaRight" b="textAreaBottom"/>
              <a:pathLst>
                <a:path w="741806" h="741806">
                  <a:moveTo>
                    <a:pt x="741807" y="370904"/>
                  </a:moveTo>
                  <a:cubicBezTo>
                    <a:pt x="380429" y="376142"/>
                    <a:pt x="376142" y="380429"/>
                    <a:pt x="370904" y="741807"/>
                  </a:cubicBezTo>
                  <a:cubicBezTo>
                    <a:pt x="365665" y="380429"/>
                    <a:pt x="361379" y="376142"/>
                    <a:pt x="0" y="370904"/>
                  </a:cubicBezTo>
                  <a:cubicBezTo>
                    <a:pt x="361379" y="365665"/>
                    <a:pt x="365665" y="361379"/>
                    <a:pt x="370904" y="0"/>
                  </a:cubicBezTo>
                  <a:cubicBezTo>
                    <a:pt x="376142" y="361379"/>
                    <a:pt x="380429" y="365665"/>
                    <a:pt x="741807" y="37090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 name="Google Shape;119;p14"/>
            <p:cNvSpPr/>
            <p:nvPr/>
          </p:nvSpPr>
          <p:spPr>
            <a:xfrm>
              <a:off x="228600" y="4813920"/>
              <a:ext cx="201240" cy="201240"/>
            </a:xfrm>
            <a:custGeom>
              <a:avLst/>
              <a:gdLst>
                <a:gd name="textAreaLeft" fmla="*/ 0 w 201240"/>
                <a:gd name="textAreaRight" fmla="*/ 201600 w 201240"/>
                <a:gd name="textAreaTop" fmla="*/ 0 h 201240"/>
                <a:gd name="textAreaBottom" fmla="*/ 201600 h 201240"/>
              </a:gdLst>
              <a:ahLst/>
              <a:cxnLst/>
              <a:rect l="textAreaLeft" t="textAreaTop" r="textAreaRight" b="textAreaBottom"/>
              <a:pathLst>
                <a:path w="741806" h="741806">
                  <a:moveTo>
                    <a:pt x="741807" y="370904"/>
                  </a:moveTo>
                  <a:cubicBezTo>
                    <a:pt x="380429" y="376142"/>
                    <a:pt x="376142" y="380429"/>
                    <a:pt x="370904" y="741807"/>
                  </a:cubicBezTo>
                  <a:cubicBezTo>
                    <a:pt x="365665" y="380429"/>
                    <a:pt x="361379" y="376142"/>
                    <a:pt x="0" y="370904"/>
                  </a:cubicBezTo>
                  <a:cubicBezTo>
                    <a:pt x="361379" y="365665"/>
                    <a:pt x="365665" y="361379"/>
                    <a:pt x="370904" y="0"/>
                  </a:cubicBezTo>
                  <a:cubicBezTo>
                    <a:pt x="376142" y="361379"/>
                    <a:pt x="380429" y="365665"/>
                    <a:pt x="741807" y="37090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29" name="Google Shape;120;p14"/>
          <p:cNvCxnSpPr/>
          <p:nvPr/>
        </p:nvCxnSpPr>
        <p:spPr>
          <a:xfrm flipH="1">
            <a:off x="557280" y="4914720"/>
            <a:ext cx="7962480" cy="360"/>
          </a:xfrm>
          <a:prstGeom prst="straightConnector1">
            <a:avLst/>
          </a:prstGeom>
          <a:ln w="9525">
            <a:solidFill>
              <a:srgbClr val="532D22"/>
            </a:solidFill>
            <a:round/>
          </a:ln>
        </p:spPr>
      </p:cxnSp>
      <p:cxnSp>
        <p:nvCxnSpPr>
          <p:cNvPr id="30" name="Google Shape;121;p14"/>
          <p:cNvCxnSpPr/>
          <p:nvPr/>
        </p:nvCxnSpPr>
        <p:spPr>
          <a:xfrm flipH="1">
            <a:off x="234720" y="228600"/>
            <a:ext cx="8367480" cy="360"/>
          </a:xfrm>
          <a:prstGeom prst="straightConnector1">
            <a:avLst/>
          </a:prstGeom>
          <a:ln w="9525">
            <a:solidFill>
              <a:srgbClr val="532D22"/>
            </a:solidFill>
            <a:round/>
          </a:ln>
        </p:spPr>
      </p:cxnSp>
      <p:sp>
        <p:nvSpPr>
          <p:cNvPr id="31" name="Google Shape;122;p14"/>
          <p:cNvSpPr/>
          <p:nvPr/>
        </p:nvSpPr>
        <p:spPr>
          <a:xfrm>
            <a:off x="8691840" y="109440"/>
            <a:ext cx="244440" cy="244440"/>
          </a:xfrm>
          <a:custGeom>
            <a:avLst/>
            <a:gdLst>
              <a:gd name="textAreaLeft" fmla="*/ 0 w 244440"/>
              <a:gd name="textAreaRight" fmla="*/ 244800 w 244440"/>
              <a:gd name="textAreaTop" fmla="*/ 0 h 244440"/>
              <a:gd name="textAreaBottom" fmla="*/ 244800 h 244440"/>
            </a:gdLst>
            <a:ahLst/>
            <a:cxnLst/>
            <a:rect l="textAreaLeft" t="textAreaTop" r="textAreaRight" b="textAreaBottom"/>
            <a:pathLst>
              <a:path w="741807" h="741807">
                <a:moveTo>
                  <a:pt x="307943" y="328613"/>
                </a:moveTo>
                <a:cubicBezTo>
                  <a:pt x="258223" y="366236"/>
                  <a:pt x="167450" y="368427"/>
                  <a:pt x="0" y="370904"/>
                </a:cubicBezTo>
                <a:cubicBezTo>
                  <a:pt x="167450" y="373380"/>
                  <a:pt x="258223" y="375571"/>
                  <a:pt x="307943" y="413195"/>
                </a:cubicBezTo>
                <a:cubicBezTo>
                  <a:pt x="289560" y="448628"/>
                  <a:pt x="249460" y="490538"/>
                  <a:pt x="187357" y="554450"/>
                </a:cubicBezTo>
                <a:cubicBezTo>
                  <a:pt x="251270" y="492347"/>
                  <a:pt x="293180" y="452247"/>
                  <a:pt x="328613" y="433864"/>
                </a:cubicBezTo>
                <a:cubicBezTo>
                  <a:pt x="366236" y="483584"/>
                  <a:pt x="368427" y="574358"/>
                  <a:pt x="370904" y="741807"/>
                </a:cubicBezTo>
                <a:cubicBezTo>
                  <a:pt x="373380" y="574358"/>
                  <a:pt x="375571" y="483680"/>
                  <a:pt x="413195" y="433864"/>
                </a:cubicBezTo>
                <a:cubicBezTo>
                  <a:pt x="448628" y="452247"/>
                  <a:pt x="490538" y="492347"/>
                  <a:pt x="554450" y="554450"/>
                </a:cubicBezTo>
                <a:cubicBezTo>
                  <a:pt x="492347" y="490538"/>
                  <a:pt x="452247" y="448628"/>
                  <a:pt x="433864" y="413195"/>
                </a:cubicBezTo>
                <a:cubicBezTo>
                  <a:pt x="483584" y="375571"/>
                  <a:pt x="574358" y="373380"/>
                  <a:pt x="741807" y="370904"/>
                </a:cubicBezTo>
                <a:cubicBezTo>
                  <a:pt x="574358" y="368427"/>
                  <a:pt x="483680" y="366236"/>
                  <a:pt x="433864" y="328613"/>
                </a:cubicBezTo>
                <a:cubicBezTo>
                  <a:pt x="452247" y="293180"/>
                  <a:pt x="492347" y="251270"/>
                  <a:pt x="554450" y="187357"/>
                </a:cubicBezTo>
                <a:cubicBezTo>
                  <a:pt x="490538" y="249460"/>
                  <a:pt x="448628" y="289560"/>
                  <a:pt x="413195" y="307943"/>
                </a:cubicBezTo>
                <a:cubicBezTo>
                  <a:pt x="375571" y="258223"/>
                  <a:pt x="373380" y="167450"/>
                  <a:pt x="370904" y="0"/>
                </a:cubicBezTo>
                <a:cubicBezTo>
                  <a:pt x="368427" y="167450"/>
                  <a:pt x="366236" y="258128"/>
                  <a:pt x="328613" y="307943"/>
                </a:cubicBezTo>
                <a:cubicBezTo>
                  <a:pt x="293180" y="289560"/>
                  <a:pt x="251270" y="249460"/>
                  <a:pt x="187357" y="187357"/>
                </a:cubicBezTo>
                <a:cubicBezTo>
                  <a:pt x="249460" y="251270"/>
                  <a:pt x="289560" y="293180"/>
                  <a:pt x="307943" y="32861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 name="PlaceHolder 1"/>
          <p:cNvSpPr>
            <a:spLocks noGrp="1"/>
          </p:cNvSpPr>
          <p:nvPr>
            <p:ph type="title"/>
          </p:nvPr>
        </p:nvSpPr>
        <p:spPr>
          <a:xfrm>
            <a:off x="228600" y="419040"/>
            <a:ext cx="5390640" cy="109332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33" name="PlaceHolder 2"/>
          <p:cNvSpPr>
            <a:spLocks noGrp="1"/>
          </p:cNvSpPr>
          <p:nvPr>
            <p:ph type="sldNum" idx="5"/>
          </p:nvPr>
        </p:nvSpPr>
        <p:spPr>
          <a:xfrm>
            <a:off x="8598960" y="4839120"/>
            <a:ext cx="315720" cy="151560"/>
          </a:xfrm>
          <a:prstGeom prst="rect">
            <a:avLst/>
          </a:prstGeom>
          <a:noFill/>
          <a:ln w="0">
            <a:noFill/>
          </a:ln>
        </p:spPr>
        <p:txBody>
          <a:bodyPr lIns="91440" tIns="75600" rIns="91440" bIns="75600" anchor="ctr">
            <a:noAutofit/>
          </a:bodyPr>
          <a:lstStyle>
            <a:lvl1pPr indent="0" algn="ctr" defTabSz="914400">
              <a:lnSpc>
                <a:spcPct val="100000"/>
              </a:lnSpc>
              <a:buNone/>
              <a:tabLst>
                <a:tab pos="0" algn="l"/>
              </a:tabLst>
              <a:defRPr lang="en" sz="800" b="0" u="none" strike="noStrike">
                <a:solidFill>
                  <a:schemeClr val="dk1"/>
                </a:solidFill>
                <a:effectLst/>
                <a:uFillTx/>
                <a:latin typeface="Barlow"/>
                <a:ea typeface="Barlow"/>
              </a:defRPr>
            </a:lvl1pPr>
          </a:lstStyle>
          <a:p>
            <a:pPr indent="0" algn="ctr" defTabSz="914400">
              <a:lnSpc>
                <a:spcPct val="100000"/>
              </a:lnSpc>
              <a:buNone/>
              <a:tabLst>
                <a:tab pos="0" algn="l"/>
              </a:tabLst>
            </a:pPr>
            <a:fld id="{8F9FD17F-E020-4922-A71F-2ADFDF1E5B3E}" type="slidenum">
              <a:rPr lang="en" sz="800" b="0" u="none" strike="noStrike">
                <a:solidFill>
                  <a:schemeClr val="dk1"/>
                </a:solidFill>
                <a:effectLst/>
                <a:uFillTx/>
                <a:latin typeface="Barlow"/>
                <a:ea typeface="Barlow"/>
              </a:rPr>
              <a:t>‹#›</a:t>
            </a:fld>
            <a:endParaRPr lang="en-US" sz="800" b="0" u="none" strike="noStrike">
              <a:solidFill>
                <a:srgbClr val="000000"/>
              </a:solidFill>
              <a:effectLst/>
              <a:uFillTx/>
              <a:latin typeface="OpenSymbol"/>
            </a:endParaRPr>
          </a:p>
        </p:txBody>
      </p:sp>
      <p:sp>
        <p:nvSpPr>
          <p:cNvPr id="34"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35" name="Google Shape;127;p15"/>
          <p:cNvSpPr/>
          <p:nvPr/>
        </p:nvSpPr>
        <p:spPr>
          <a:xfrm>
            <a:off x="8605080" y="4814280"/>
            <a:ext cx="312840" cy="201240"/>
          </a:xfrm>
          <a:prstGeom prst="ellipse">
            <a:avLst/>
          </a:prstGeom>
          <a:noFill/>
          <a:ln w="9525">
            <a:solidFill>
              <a:srgbClr val="532D22"/>
            </a:solidFill>
            <a:round/>
          </a:ln>
        </p:spPr>
        <p:style>
          <a:lnRef idx="0">
            <a:scrgbClr r="0" g="0" b="0"/>
          </a:lnRef>
          <a:fillRef idx="0">
            <a:scrgbClr r="0" g="0" b="0"/>
          </a:fillRef>
          <a:effectRef idx="0">
            <a:scrgbClr r="0" g="0" b="0"/>
          </a:effectRef>
          <a:fontRef idx="minor"/>
        </p:style>
        <p:txBody>
          <a:bodyPr tIns="70920" bIns="709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36" name="PlaceHolder 1"/>
          <p:cNvSpPr>
            <a:spLocks noGrp="1"/>
          </p:cNvSpPr>
          <p:nvPr>
            <p:ph type="title"/>
          </p:nvPr>
        </p:nvSpPr>
        <p:spPr>
          <a:xfrm>
            <a:off x="228600" y="152280"/>
            <a:ext cx="5085720" cy="192816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37" name="PlaceHolder 2"/>
          <p:cNvSpPr>
            <a:spLocks noGrp="1"/>
          </p:cNvSpPr>
          <p:nvPr>
            <p:ph type="body"/>
          </p:nvPr>
        </p:nvSpPr>
        <p:spPr>
          <a:xfrm>
            <a:off x="228600" y="1812240"/>
            <a:ext cx="5085720" cy="2880000"/>
          </a:xfrm>
          <a:prstGeom prst="rect">
            <a:avLst/>
          </a:prstGeom>
          <a:noFill/>
          <a:ln w="0">
            <a:noFill/>
          </a:ln>
        </p:spPr>
        <p:txBody>
          <a:bodyPr lIns="91440" tIns="91440" rIns="91440" bIns="91440" anchor="b">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38" name="PlaceHolder 3"/>
          <p:cNvSpPr>
            <a:spLocks noGrp="1"/>
          </p:cNvSpPr>
          <p:nvPr>
            <p:ph type="body"/>
          </p:nvPr>
        </p:nvSpPr>
        <p:spPr>
          <a:xfrm>
            <a:off x="5715720" y="494280"/>
            <a:ext cx="3199320" cy="3999240"/>
          </a:xfrm>
          <a:prstGeom prst="rect">
            <a:avLst/>
          </a:prstGeom>
          <a:noFill/>
          <a:ln w="0">
            <a:noFill/>
          </a:ln>
        </p:spPr>
        <p:txBody>
          <a:bodyPr lIns="90000" tIns="45000" rIns="90000" bIns="4500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9" name="PlaceHolder 4"/>
          <p:cNvSpPr>
            <a:spLocks noGrp="1"/>
          </p:cNvSpPr>
          <p:nvPr>
            <p:ph type="sldNum" idx="6"/>
          </p:nvPr>
        </p:nvSpPr>
        <p:spPr>
          <a:xfrm>
            <a:off x="8598960" y="4839120"/>
            <a:ext cx="315720" cy="151560"/>
          </a:xfrm>
          <a:prstGeom prst="rect">
            <a:avLst/>
          </a:prstGeom>
          <a:noFill/>
          <a:ln w="0">
            <a:noFill/>
          </a:ln>
        </p:spPr>
        <p:txBody>
          <a:bodyPr lIns="91440" tIns="75600" rIns="91440" bIns="75600" anchor="ctr">
            <a:noAutofit/>
          </a:bodyPr>
          <a:lstStyle>
            <a:lvl1pPr indent="0" algn="ctr" defTabSz="914400">
              <a:lnSpc>
                <a:spcPct val="100000"/>
              </a:lnSpc>
              <a:buNone/>
              <a:tabLst>
                <a:tab pos="0" algn="l"/>
              </a:tabLst>
              <a:defRPr lang="en" sz="800" b="0" u="none" strike="noStrike">
                <a:solidFill>
                  <a:schemeClr val="dk1"/>
                </a:solidFill>
                <a:effectLst/>
                <a:uFillTx/>
                <a:latin typeface="Barlow"/>
                <a:ea typeface="Barlow"/>
              </a:defRPr>
            </a:lvl1pPr>
          </a:lstStyle>
          <a:p>
            <a:pPr indent="0" algn="ctr" defTabSz="914400">
              <a:lnSpc>
                <a:spcPct val="100000"/>
              </a:lnSpc>
              <a:buNone/>
              <a:tabLst>
                <a:tab pos="0" algn="l"/>
              </a:tabLst>
            </a:pPr>
            <a:fld id="{9974A284-70D6-4E3A-BC81-B0EBA0FCDAFC}" type="slidenum">
              <a:rPr lang="en" sz="800" b="0" u="none" strike="noStrike">
                <a:solidFill>
                  <a:schemeClr val="dk1"/>
                </a:solidFill>
                <a:effectLst/>
                <a:uFillTx/>
                <a:latin typeface="Barlow"/>
                <a:ea typeface="Barlow"/>
              </a:rPr>
              <a:t>‹#›</a:t>
            </a:fld>
            <a:endParaRPr lang="en-US" sz="800" b="0" u="none" strike="noStrike">
              <a:solidFill>
                <a:srgbClr val="000000"/>
              </a:solidFill>
              <a:effectLst/>
              <a:uFillTx/>
              <a:latin typeface="OpenSymbol"/>
            </a:endParaRPr>
          </a:p>
        </p:txBody>
      </p:sp>
      <p:grpSp>
        <p:nvGrpSpPr>
          <p:cNvPr id="40" name="Google Shape;132;p15"/>
          <p:cNvGrpSpPr/>
          <p:nvPr/>
        </p:nvGrpSpPr>
        <p:grpSpPr>
          <a:xfrm>
            <a:off x="228600" y="4813920"/>
            <a:ext cx="201240" cy="201240"/>
            <a:chOff x="228600" y="4813920"/>
            <a:chExt cx="201240" cy="201240"/>
          </a:xfrm>
        </p:grpSpPr>
        <p:sp>
          <p:nvSpPr>
            <p:cNvPr id="41" name="Google Shape;133;p15"/>
            <p:cNvSpPr/>
            <p:nvPr/>
          </p:nvSpPr>
          <p:spPr>
            <a:xfrm>
              <a:off x="228600" y="4813920"/>
              <a:ext cx="201240" cy="201240"/>
            </a:xfrm>
            <a:custGeom>
              <a:avLst/>
              <a:gdLst>
                <a:gd name="textAreaLeft" fmla="*/ 0 w 201240"/>
                <a:gd name="textAreaRight" fmla="*/ 201600 w 201240"/>
                <a:gd name="textAreaTop" fmla="*/ 0 h 201240"/>
                <a:gd name="textAreaBottom" fmla="*/ 201600 h 201240"/>
              </a:gdLst>
              <a:ahLst/>
              <a:cxnLst/>
              <a:rect l="textAreaLeft" t="textAreaTop" r="textAreaRight" b="textAreaBottom"/>
              <a:pathLst>
                <a:path w="741806" h="741806">
                  <a:moveTo>
                    <a:pt x="741807" y="370904"/>
                  </a:moveTo>
                  <a:cubicBezTo>
                    <a:pt x="380429" y="376142"/>
                    <a:pt x="376142" y="380429"/>
                    <a:pt x="370904" y="741807"/>
                  </a:cubicBezTo>
                  <a:cubicBezTo>
                    <a:pt x="365665" y="380429"/>
                    <a:pt x="361379" y="376142"/>
                    <a:pt x="0" y="370904"/>
                  </a:cubicBezTo>
                  <a:cubicBezTo>
                    <a:pt x="361379" y="365665"/>
                    <a:pt x="365665" y="361379"/>
                    <a:pt x="370904" y="0"/>
                  </a:cubicBezTo>
                  <a:cubicBezTo>
                    <a:pt x="376142" y="361379"/>
                    <a:pt x="380429" y="365665"/>
                    <a:pt x="741807" y="37090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 name="Google Shape;134;p15"/>
            <p:cNvSpPr/>
            <p:nvPr/>
          </p:nvSpPr>
          <p:spPr>
            <a:xfrm>
              <a:off x="228600" y="4813920"/>
              <a:ext cx="201240" cy="201240"/>
            </a:xfrm>
            <a:custGeom>
              <a:avLst/>
              <a:gdLst>
                <a:gd name="textAreaLeft" fmla="*/ 0 w 201240"/>
                <a:gd name="textAreaRight" fmla="*/ 201600 w 201240"/>
                <a:gd name="textAreaTop" fmla="*/ 0 h 201240"/>
                <a:gd name="textAreaBottom" fmla="*/ 201600 h 201240"/>
              </a:gdLst>
              <a:ahLst/>
              <a:cxnLst/>
              <a:rect l="textAreaLeft" t="textAreaTop" r="textAreaRight" b="textAreaBottom"/>
              <a:pathLst>
                <a:path w="741806" h="741806">
                  <a:moveTo>
                    <a:pt x="741807" y="370904"/>
                  </a:moveTo>
                  <a:cubicBezTo>
                    <a:pt x="380429" y="376142"/>
                    <a:pt x="376142" y="380429"/>
                    <a:pt x="370904" y="741807"/>
                  </a:cubicBezTo>
                  <a:cubicBezTo>
                    <a:pt x="365665" y="380429"/>
                    <a:pt x="361379" y="376142"/>
                    <a:pt x="0" y="370904"/>
                  </a:cubicBezTo>
                  <a:cubicBezTo>
                    <a:pt x="361379" y="365665"/>
                    <a:pt x="365665" y="361379"/>
                    <a:pt x="370904" y="0"/>
                  </a:cubicBezTo>
                  <a:cubicBezTo>
                    <a:pt x="376142" y="361379"/>
                    <a:pt x="380429" y="365665"/>
                    <a:pt x="741807" y="37090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43" name="Google Shape;135;p15"/>
          <p:cNvCxnSpPr/>
          <p:nvPr/>
        </p:nvCxnSpPr>
        <p:spPr>
          <a:xfrm flipH="1">
            <a:off x="557280" y="4914720"/>
            <a:ext cx="7962480" cy="360"/>
          </a:xfrm>
          <a:prstGeom prst="straightConnector1">
            <a:avLst/>
          </a:prstGeom>
          <a:ln w="9525">
            <a:solidFill>
              <a:srgbClr val="532D22"/>
            </a:solidFill>
            <a:round/>
          </a:ln>
        </p:spPr>
      </p:cxnSp>
      <p:cxnSp>
        <p:nvCxnSpPr>
          <p:cNvPr id="44" name="Google Shape;136;p15"/>
          <p:cNvCxnSpPr/>
          <p:nvPr/>
        </p:nvCxnSpPr>
        <p:spPr>
          <a:xfrm flipH="1">
            <a:off x="234720" y="228600"/>
            <a:ext cx="8367480" cy="360"/>
          </a:xfrm>
          <a:prstGeom prst="straightConnector1">
            <a:avLst/>
          </a:prstGeom>
          <a:ln w="9525">
            <a:solidFill>
              <a:srgbClr val="532D22"/>
            </a:solidFill>
            <a:round/>
          </a:ln>
        </p:spPr>
      </p:cxnSp>
      <p:sp>
        <p:nvSpPr>
          <p:cNvPr id="45" name="Google Shape;137;p15"/>
          <p:cNvSpPr/>
          <p:nvPr/>
        </p:nvSpPr>
        <p:spPr>
          <a:xfrm>
            <a:off x="8691840" y="109440"/>
            <a:ext cx="244440" cy="244440"/>
          </a:xfrm>
          <a:custGeom>
            <a:avLst/>
            <a:gdLst>
              <a:gd name="textAreaLeft" fmla="*/ 0 w 244440"/>
              <a:gd name="textAreaRight" fmla="*/ 244800 w 244440"/>
              <a:gd name="textAreaTop" fmla="*/ 0 h 244440"/>
              <a:gd name="textAreaBottom" fmla="*/ 244800 h 244440"/>
            </a:gdLst>
            <a:ahLst/>
            <a:cxnLst/>
            <a:rect l="textAreaLeft" t="textAreaTop" r="textAreaRight" b="textAreaBottom"/>
            <a:pathLst>
              <a:path w="741807" h="741807">
                <a:moveTo>
                  <a:pt x="307943" y="328613"/>
                </a:moveTo>
                <a:cubicBezTo>
                  <a:pt x="258223" y="366236"/>
                  <a:pt x="167450" y="368427"/>
                  <a:pt x="0" y="370904"/>
                </a:cubicBezTo>
                <a:cubicBezTo>
                  <a:pt x="167450" y="373380"/>
                  <a:pt x="258223" y="375571"/>
                  <a:pt x="307943" y="413195"/>
                </a:cubicBezTo>
                <a:cubicBezTo>
                  <a:pt x="289560" y="448628"/>
                  <a:pt x="249460" y="490538"/>
                  <a:pt x="187357" y="554450"/>
                </a:cubicBezTo>
                <a:cubicBezTo>
                  <a:pt x="251270" y="492347"/>
                  <a:pt x="293180" y="452247"/>
                  <a:pt x="328613" y="433864"/>
                </a:cubicBezTo>
                <a:cubicBezTo>
                  <a:pt x="366236" y="483584"/>
                  <a:pt x="368427" y="574358"/>
                  <a:pt x="370904" y="741807"/>
                </a:cubicBezTo>
                <a:cubicBezTo>
                  <a:pt x="373380" y="574358"/>
                  <a:pt x="375571" y="483680"/>
                  <a:pt x="413195" y="433864"/>
                </a:cubicBezTo>
                <a:cubicBezTo>
                  <a:pt x="448628" y="452247"/>
                  <a:pt x="490538" y="492347"/>
                  <a:pt x="554450" y="554450"/>
                </a:cubicBezTo>
                <a:cubicBezTo>
                  <a:pt x="492347" y="490538"/>
                  <a:pt x="452247" y="448628"/>
                  <a:pt x="433864" y="413195"/>
                </a:cubicBezTo>
                <a:cubicBezTo>
                  <a:pt x="483584" y="375571"/>
                  <a:pt x="574358" y="373380"/>
                  <a:pt x="741807" y="370904"/>
                </a:cubicBezTo>
                <a:cubicBezTo>
                  <a:pt x="574358" y="368427"/>
                  <a:pt x="483680" y="366236"/>
                  <a:pt x="433864" y="328613"/>
                </a:cubicBezTo>
                <a:cubicBezTo>
                  <a:pt x="452247" y="293180"/>
                  <a:pt x="492347" y="251270"/>
                  <a:pt x="554450" y="187357"/>
                </a:cubicBezTo>
                <a:cubicBezTo>
                  <a:pt x="490538" y="249460"/>
                  <a:pt x="448628" y="289560"/>
                  <a:pt x="413195" y="307943"/>
                </a:cubicBezTo>
                <a:cubicBezTo>
                  <a:pt x="375571" y="258223"/>
                  <a:pt x="373380" y="167450"/>
                  <a:pt x="370904" y="0"/>
                </a:cubicBezTo>
                <a:cubicBezTo>
                  <a:pt x="368427" y="167450"/>
                  <a:pt x="366236" y="258128"/>
                  <a:pt x="328613" y="307943"/>
                </a:cubicBezTo>
                <a:cubicBezTo>
                  <a:pt x="293180" y="289560"/>
                  <a:pt x="251270" y="249460"/>
                  <a:pt x="187357" y="187357"/>
                </a:cubicBezTo>
                <a:cubicBezTo>
                  <a:pt x="249460" y="251270"/>
                  <a:pt x="289560" y="293180"/>
                  <a:pt x="307943" y="32861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grpSp>
        <p:nvGrpSpPr>
          <p:cNvPr id="46" name="Google Shape;139;p16"/>
          <p:cNvGrpSpPr/>
          <p:nvPr/>
        </p:nvGrpSpPr>
        <p:grpSpPr>
          <a:xfrm>
            <a:off x="228600" y="109440"/>
            <a:ext cx="8707680" cy="4906080"/>
            <a:chOff x="228600" y="109440"/>
            <a:chExt cx="8707680" cy="4906080"/>
          </a:xfrm>
        </p:grpSpPr>
        <p:sp>
          <p:nvSpPr>
            <p:cNvPr id="47" name="Google Shape;140;p16"/>
            <p:cNvSpPr/>
            <p:nvPr/>
          </p:nvSpPr>
          <p:spPr>
            <a:xfrm>
              <a:off x="8605080" y="4814280"/>
              <a:ext cx="312840" cy="201240"/>
            </a:xfrm>
            <a:prstGeom prst="ellipse">
              <a:avLst/>
            </a:prstGeom>
            <a:noFill/>
            <a:ln w="9525">
              <a:solidFill>
                <a:srgbClr val="532D22"/>
              </a:solidFill>
              <a:round/>
            </a:ln>
          </p:spPr>
          <p:style>
            <a:lnRef idx="0">
              <a:scrgbClr r="0" g="0" b="0"/>
            </a:lnRef>
            <a:fillRef idx="0">
              <a:scrgbClr r="0" g="0" b="0"/>
            </a:fillRef>
            <a:effectRef idx="0">
              <a:scrgbClr r="0" g="0" b="0"/>
            </a:effectRef>
            <a:fontRef idx="minor"/>
          </p:style>
          <p:txBody>
            <a:bodyPr tIns="70920" bIns="709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8" name="Google Shape;141;p16"/>
            <p:cNvGrpSpPr/>
            <p:nvPr/>
          </p:nvGrpSpPr>
          <p:grpSpPr>
            <a:xfrm>
              <a:off x="228600" y="4813920"/>
              <a:ext cx="201240" cy="201240"/>
              <a:chOff x="228600" y="4813920"/>
              <a:chExt cx="201240" cy="201240"/>
            </a:xfrm>
          </p:grpSpPr>
          <p:sp>
            <p:nvSpPr>
              <p:cNvPr id="49" name="Google Shape;142;p16"/>
              <p:cNvSpPr/>
              <p:nvPr/>
            </p:nvSpPr>
            <p:spPr>
              <a:xfrm>
                <a:off x="228600" y="4813920"/>
                <a:ext cx="201240" cy="201240"/>
              </a:xfrm>
              <a:custGeom>
                <a:avLst/>
                <a:gdLst>
                  <a:gd name="textAreaLeft" fmla="*/ 0 w 201240"/>
                  <a:gd name="textAreaRight" fmla="*/ 201600 w 201240"/>
                  <a:gd name="textAreaTop" fmla="*/ 0 h 201240"/>
                  <a:gd name="textAreaBottom" fmla="*/ 201600 h 201240"/>
                </a:gdLst>
                <a:ahLst/>
                <a:cxnLst/>
                <a:rect l="textAreaLeft" t="textAreaTop" r="textAreaRight" b="textAreaBottom"/>
                <a:pathLst>
                  <a:path w="741806" h="741806">
                    <a:moveTo>
                      <a:pt x="741807" y="370904"/>
                    </a:moveTo>
                    <a:cubicBezTo>
                      <a:pt x="380429" y="376142"/>
                      <a:pt x="376142" y="380429"/>
                      <a:pt x="370904" y="741807"/>
                    </a:cubicBezTo>
                    <a:cubicBezTo>
                      <a:pt x="365665" y="380429"/>
                      <a:pt x="361379" y="376142"/>
                      <a:pt x="0" y="370904"/>
                    </a:cubicBezTo>
                    <a:cubicBezTo>
                      <a:pt x="361379" y="365665"/>
                      <a:pt x="365665" y="361379"/>
                      <a:pt x="370904" y="0"/>
                    </a:cubicBezTo>
                    <a:cubicBezTo>
                      <a:pt x="376142" y="361379"/>
                      <a:pt x="380429" y="365665"/>
                      <a:pt x="741807" y="37090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 name="Google Shape;143;p16"/>
              <p:cNvSpPr/>
              <p:nvPr/>
            </p:nvSpPr>
            <p:spPr>
              <a:xfrm>
                <a:off x="228600" y="4813920"/>
                <a:ext cx="201240" cy="201240"/>
              </a:xfrm>
              <a:custGeom>
                <a:avLst/>
                <a:gdLst>
                  <a:gd name="textAreaLeft" fmla="*/ 0 w 201240"/>
                  <a:gd name="textAreaRight" fmla="*/ 201600 w 201240"/>
                  <a:gd name="textAreaTop" fmla="*/ 0 h 201240"/>
                  <a:gd name="textAreaBottom" fmla="*/ 201600 h 201240"/>
                </a:gdLst>
                <a:ahLst/>
                <a:cxnLst/>
                <a:rect l="textAreaLeft" t="textAreaTop" r="textAreaRight" b="textAreaBottom"/>
                <a:pathLst>
                  <a:path w="741806" h="741806">
                    <a:moveTo>
                      <a:pt x="741807" y="370904"/>
                    </a:moveTo>
                    <a:cubicBezTo>
                      <a:pt x="380429" y="376142"/>
                      <a:pt x="376142" y="380429"/>
                      <a:pt x="370904" y="741807"/>
                    </a:cubicBezTo>
                    <a:cubicBezTo>
                      <a:pt x="365665" y="380429"/>
                      <a:pt x="361379" y="376142"/>
                      <a:pt x="0" y="370904"/>
                    </a:cubicBezTo>
                    <a:cubicBezTo>
                      <a:pt x="361379" y="365665"/>
                      <a:pt x="365665" y="361379"/>
                      <a:pt x="370904" y="0"/>
                    </a:cubicBezTo>
                    <a:cubicBezTo>
                      <a:pt x="376142" y="361379"/>
                      <a:pt x="380429" y="365665"/>
                      <a:pt x="741807" y="37090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51" name="Google Shape;144;p16"/>
            <p:cNvCxnSpPr/>
            <p:nvPr/>
          </p:nvCxnSpPr>
          <p:spPr>
            <a:xfrm flipH="1">
              <a:off x="557280" y="4914720"/>
              <a:ext cx="7962480" cy="360"/>
            </a:xfrm>
            <a:prstGeom prst="straightConnector1">
              <a:avLst/>
            </a:prstGeom>
            <a:ln w="9525">
              <a:solidFill>
                <a:srgbClr val="532D22"/>
              </a:solidFill>
              <a:round/>
            </a:ln>
          </p:spPr>
        </p:cxnSp>
        <p:cxnSp>
          <p:nvCxnSpPr>
            <p:cNvPr id="52" name="Google Shape;145;p16"/>
            <p:cNvCxnSpPr/>
            <p:nvPr/>
          </p:nvCxnSpPr>
          <p:spPr>
            <a:xfrm flipH="1">
              <a:off x="234720" y="228600"/>
              <a:ext cx="8367480" cy="360"/>
            </a:xfrm>
            <a:prstGeom prst="straightConnector1">
              <a:avLst/>
            </a:prstGeom>
            <a:ln w="9525">
              <a:solidFill>
                <a:srgbClr val="532D22"/>
              </a:solidFill>
              <a:round/>
            </a:ln>
          </p:spPr>
        </p:cxnSp>
        <p:sp>
          <p:nvSpPr>
            <p:cNvPr id="53" name="Google Shape;146;p16"/>
            <p:cNvSpPr/>
            <p:nvPr/>
          </p:nvSpPr>
          <p:spPr>
            <a:xfrm>
              <a:off x="8691840" y="109440"/>
              <a:ext cx="244440" cy="244440"/>
            </a:xfrm>
            <a:custGeom>
              <a:avLst/>
              <a:gdLst>
                <a:gd name="textAreaLeft" fmla="*/ 0 w 244440"/>
                <a:gd name="textAreaRight" fmla="*/ 244800 w 244440"/>
                <a:gd name="textAreaTop" fmla="*/ 0 h 244440"/>
                <a:gd name="textAreaBottom" fmla="*/ 244800 h 244440"/>
              </a:gdLst>
              <a:ahLst/>
              <a:cxnLst/>
              <a:rect l="textAreaLeft" t="textAreaTop" r="textAreaRight" b="textAreaBottom"/>
              <a:pathLst>
                <a:path w="741807" h="741807">
                  <a:moveTo>
                    <a:pt x="307943" y="328613"/>
                  </a:moveTo>
                  <a:cubicBezTo>
                    <a:pt x="258223" y="366236"/>
                    <a:pt x="167450" y="368427"/>
                    <a:pt x="0" y="370904"/>
                  </a:cubicBezTo>
                  <a:cubicBezTo>
                    <a:pt x="167450" y="373380"/>
                    <a:pt x="258223" y="375571"/>
                    <a:pt x="307943" y="413195"/>
                  </a:cubicBezTo>
                  <a:cubicBezTo>
                    <a:pt x="289560" y="448628"/>
                    <a:pt x="249460" y="490538"/>
                    <a:pt x="187357" y="554450"/>
                  </a:cubicBezTo>
                  <a:cubicBezTo>
                    <a:pt x="251270" y="492347"/>
                    <a:pt x="293180" y="452247"/>
                    <a:pt x="328613" y="433864"/>
                  </a:cubicBezTo>
                  <a:cubicBezTo>
                    <a:pt x="366236" y="483584"/>
                    <a:pt x="368427" y="574358"/>
                    <a:pt x="370904" y="741807"/>
                  </a:cubicBezTo>
                  <a:cubicBezTo>
                    <a:pt x="373380" y="574358"/>
                    <a:pt x="375571" y="483680"/>
                    <a:pt x="413195" y="433864"/>
                  </a:cubicBezTo>
                  <a:cubicBezTo>
                    <a:pt x="448628" y="452247"/>
                    <a:pt x="490538" y="492347"/>
                    <a:pt x="554450" y="554450"/>
                  </a:cubicBezTo>
                  <a:cubicBezTo>
                    <a:pt x="492347" y="490538"/>
                    <a:pt x="452247" y="448628"/>
                    <a:pt x="433864" y="413195"/>
                  </a:cubicBezTo>
                  <a:cubicBezTo>
                    <a:pt x="483584" y="375571"/>
                    <a:pt x="574358" y="373380"/>
                    <a:pt x="741807" y="370904"/>
                  </a:cubicBezTo>
                  <a:cubicBezTo>
                    <a:pt x="574358" y="368427"/>
                    <a:pt x="483680" y="366236"/>
                    <a:pt x="433864" y="328613"/>
                  </a:cubicBezTo>
                  <a:cubicBezTo>
                    <a:pt x="452247" y="293180"/>
                    <a:pt x="492347" y="251270"/>
                    <a:pt x="554450" y="187357"/>
                  </a:cubicBezTo>
                  <a:cubicBezTo>
                    <a:pt x="490538" y="249460"/>
                    <a:pt x="448628" y="289560"/>
                    <a:pt x="413195" y="307943"/>
                  </a:cubicBezTo>
                  <a:cubicBezTo>
                    <a:pt x="375571" y="258223"/>
                    <a:pt x="373380" y="167450"/>
                    <a:pt x="370904" y="0"/>
                  </a:cubicBezTo>
                  <a:cubicBezTo>
                    <a:pt x="368427" y="167450"/>
                    <a:pt x="366236" y="258128"/>
                    <a:pt x="328613" y="307943"/>
                  </a:cubicBezTo>
                  <a:cubicBezTo>
                    <a:pt x="293180" y="289560"/>
                    <a:pt x="251270" y="249460"/>
                    <a:pt x="187357" y="187357"/>
                  </a:cubicBezTo>
                  <a:cubicBezTo>
                    <a:pt x="249460" y="251270"/>
                    <a:pt x="289560" y="293180"/>
                    <a:pt x="307943" y="32861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4" name="PlaceHolder 1"/>
          <p:cNvSpPr>
            <a:spLocks noGrp="1"/>
          </p:cNvSpPr>
          <p:nvPr>
            <p:ph type="title"/>
          </p:nvPr>
        </p:nvSpPr>
        <p:spPr>
          <a:xfrm>
            <a:off x="228600" y="15228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55" name="PlaceHolder 2"/>
          <p:cNvSpPr>
            <a:spLocks noGrp="1"/>
          </p:cNvSpPr>
          <p:nvPr>
            <p:ph type="sldNum" idx="7"/>
          </p:nvPr>
        </p:nvSpPr>
        <p:spPr>
          <a:xfrm>
            <a:off x="8598960" y="4839120"/>
            <a:ext cx="315720" cy="151560"/>
          </a:xfrm>
          <a:prstGeom prst="rect">
            <a:avLst/>
          </a:prstGeom>
          <a:noFill/>
          <a:ln w="0">
            <a:noFill/>
          </a:ln>
        </p:spPr>
        <p:txBody>
          <a:bodyPr lIns="91440" tIns="75600" rIns="91440" bIns="75600" anchor="ctr">
            <a:noAutofit/>
          </a:bodyPr>
          <a:lstStyle>
            <a:lvl1pPr indent="0" algn="ctr" defTabSz="914400">
              <a:lnSpc>
                <a:spcPct val="100000"/>
              </a:lnSpc>
              <a:buNone/>
              <a:tabLst>
                <a:tab pos="0" algn="l"/>
              </a:tabLst>
              <a:defRPr lang="en" sz="800" b="0" u="none" strike="noStrike">
                <a:solidFill>
                  <a:schemeClr val="dk1"/>
                </a:solidFill>
                <a:effectLst/>
                <a:uFillTx/>
                <a:latin typeface="Barlow"/>
                <a:ea typeface="Barlow"/>
              </a:defRPr>
            </a:lvl1pPr>
          </a:lstStyle>
          <a:p>
            <a:pPr indent="0" algn="ctr" defTabSz="914400">
              <a:lnSpc>
                <a:spcPct val="100000"/>
              </a:lnSpc>
              <a:buNone/>
              <a:tabLst>
                <a:tab pos="0" algn="l"/>
              </a:tabLst>
            </a:pPr>
            <a:fld id="{A2BB94A6-17D9-4BB3-AA31-96122B19B429}" type="slidenum">
              <a:rPr lang="en" sz="800" b="0" u="none" strike="noStrike">
                <a:solidFill>
                  <a:schemeClr val="dk1"/>
                </a:solidFill>
                <a:effectLst/>
                <a:uFillTx/>
                <a:latin typeface="Barlow"/>
                <a:ea typeface="Barlow"/>
              </a:rPr>
              <a:t>‹#›</a:t>
            </a:fld>
            <a:endParaRPr lang="en-US" sz="800" b="0" u="none" strike="noStrike">
              <a:solidFill>
                <a:srgbClr val="000000"/>
              </a:solidFill>
              <a:effectLst/>
              <a:uFillTx/>
              <a:latin typeface="OpenSymbo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1"/>
        </a:solidFill>
        <a:effectLst/>
      </p:bgPr>
    </p:bg>
    <p:spTree>
      <p:nvGrpSpPr>
        <p:cNvPr id="1" name=""/>
        <p:cNvGrpSpPr/>
        <p:nvPr/>
      </p:nvGrpSpPr>
      <p:grpSpPr>
        <a:xfrm>
          <a:off x="0" y="0"/>
          <a:ext cx="0" cy="0"/>
          <a:chOff x="0" y="0"/>
          <a:chExt cx="0" cy="0"/>
        </a:xfrm>
      </p:grpSpPr>
      <p:sp>
        <p:nvSpPr>
          <p:cNvPr id="56" name="Google Shape;150;p17"/>
          <p:cNvSpPr/>
          <p:nvPr/>
        </p:nvSpPr>
        <p:spPr>
          <a:xfrm>
            <a:off x="8605080" y="4814280"/>
            <a:ext cx="312840" cy="201240"/>
          </a:xfrm>
          <a:prstGeom prst="ellipse">
            <a:avLst/>
          </a:prstGeom>
          <a:noFill/>
          <a:ln w="9525">
            <a:solidFill>
              <a:srgbClr val="532D22"/>
            </a:solidFill>
            <a:round/>
          </a:ln>
        </p:spPr>
        <p:style>
          <a:lnRef idx="0">
            <a:scrgbClr r="0" g="0" b="0"/>
          </a:lnRef>
          <a:fillRef idx="0">
            <a:scrgbClr r="0" g="0" b="0"/>
          </a:fillRef>
          <a:effectRef idx="0">
            <a:scrgbClr r="0" g="0" b="0"/>
          </a:effectRef>
          <a:fontRef idx="minor"/>
        </p:style>
        <p:txBody>
          <a:bodyPr tIns="70920" bIns="709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7" name="Google Shape;151;p17"/>
          <p:cNvGrpSpPr/>
          <p:nvPr/>
        </p:nvGrpSpPr>
        <p:grpSpPr>
          <a:xfrm>
            <a:off x="228600" y="4813920"/>
            <a:ext cx="201240" cy="201240"/>
            <a:chOff x="228600" y="4813920"/>
            <a:chExt cx="201240" cy="201240"/>
          </a:xfrm>
        </p:grpSpPr>
        <p:sp>
          <p:nvSpPr>
            <p:cNvPr id="58" name="Google Shape;152;p17"/>
            <p:cNvSpPr/>
            <p:nvPr/>
          </p:nvSpPr>
          <p:spPr>
            <a:xfrm>
              <a:off x="228600" y="4813920"/>
              <a:ext cx="201240" cy="201240"/>
            </a:xfrm>
            <a:custGeom>
              <a:avLst/>
              <a:gdLst>
                <a:gd name="textAreaLeft" fmla="*/ 0 w 201240"/>
                <a:gd name="textAreaRight" fmla="*/ 201600 w 201240"/>
                <a:gd name="textAreaTop" fmla="*/ 0 h 201240"/>
                <a:gd name="textAreaBottom" fmla="*/ 201600 h 201240"/>
              </a:gdLst>
              <a:ahLst/>
              <a:cxnLst/>
              <a:rect l="textAreaLeft" t="textAreaTop" r="textAreaRight" b="textAreaBottom"/>
              <a:pathLst>
                <a:path w="741806" h="741806">
                  <a:moveTo>
                    <a:pt x="741807" y="370904"/>
                  </a:moveTo>
                  <a:cubicBezTo>
                    <a:pt x="380429" y="376142"/>
                    <a:pt x="376142" y="380429"/>
                    <a:pt x="370904" y="741807"/>
                  </a:cubicBezTo>
                  <a:cubicBezTo>
                    <a:pt x="365665" y="380429"/>
                    <a:pt x="361379" y="376142"/>
                    <a:pt x="0" y="370904"/>
                  </a:cubicBezTo>
                  <a:cubicBezTo>
                    <a:pt x="361379" y="365665"/>
                    <a:pt x="365665" y="361379"/>
                    <a:pt x="370904" y="0"/>
                  </a:cubicBezTo>
                  <a:cubicBezTo>
                    <a:pt x="376142" y="361379"/>
                    <a:pt x="380429" y="365665"/>
                    <a:pt x="741807" y="37090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 name="Google Shape;153;p17"/>
            <p:cNvSpPr/>
            <p:nvPr/>
          </p:nvSpPr>
          <p:spPr>
            <a:xfrm>
              <a:off x="228600" y="4813920"/>
              <a:ext cx="201240" cy="201240"/>
            </a:xfrm>
            <a:custGeom>
              <a:avLst/>
              <a:gdLst>
                <a:gd name="textAreaLeft" fmla="*/ 0 w 201240"/>
                <a:gd name="textAreaRight" fmla="*/ 201600 w 201240"/>
                <a:gd name="textAreaTop" fmla="*/ 0 h 201240"/>
                <a:gd name="textAreaBottom" fmla="*/ 201600 h 201240"/>
              </a:gdLst>
              <a:ahLst/>
              <a:cxnLst/>
              <a:rect l="textAreaLeft" t="textAreaTop" r="textAreaRight" b="textAreaBottom"/>
              <a:pathLst>
                <a:path w="741806" h="741806">
                  <a:moveTo>
                    <a:pt x="741807" y="370904"/>
                  </a:moveTo>
                  <a:cubicBezTo>
                    <a:pt x="380429" y="376142"/>
                    <a:pt x="376142" y="380429"/>
                    <a:pt x="370904" y="741807"/>
                  </a:cubicBezTo>
                  <a:cubicBezTo>
                    <a:pt x="365665" y="380429"/>
                    <a:pt x="361379" y="376142"/>
                    <a:pt x="0" y="370904"/>
                  </a:cubicBezTo>
                  <a:cubicBezTo>
                    <a:pt x="361379" y="365665"/>
                    <a:pt x="365665" y="361379"/>
                    <a:pt x="370904" y="0"/>
                  </a:cubicBezTo>
                  <a:cubicBezTo>
                    <a:pt x="376142" y="361379"/>
                    <a:pt x="380429" y="365665"/>
                    <a:pt x="741807" y="37090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60" name="Google Shape;154;p17"/>
          <p:cNvCxnSpPr/>
          <p:nvPr/>
        </p:nvCxnSpPr>
        <p:spPr>
          <a:xfrm flipH="1">
            <a:off x="557280" y="4914720"/>
            <a:ext cx="7962480" cy="360"/>
          </a:xfrm>
          <a:prstGeom prst="straightConnector1">
            <a:avLst/>
          </a:prstGeom>
          <a:ln w="9525">
            <a:solidFill>
              <a:srgbClr val="532D22"/>
            </a:solidFill>
            <a:round/>
          </a:ln>
        </p:spPr>
      </p:cxnSp>
      <p:cxnSp>
        <p:nvCxnSpPr>
          <p:cNvPr id="61" name="Google Shape;155;p17"/>
          <p:cNvCxnSpPr/>
          <p:nvPr/>
        </p:nvCxnSpPr>
        <p:spPr>
          <a:xfrm flipH="1">
            <a:off x="234720" y="228600"/>
            <a:ext cx="8367480" cy="360"/>
          </a:xfrm>
          <a:prstGeom prst="straightConnector1">
            <a:avLst/>
          </a:prstGeom>
          <a:ln w="9525">
            <a:solidFill>
              <a:srgbClr val="532D22"/>
            </a:solidFill>
            <a:round/>
          </a:ln>
        </p:spPr>
      </p:cxnSp>
      <p:sp>
        <p:nvSpPr>
          <p:cNvPr id="62" name="Google Shape;156;p17"/>
          <p:cNvSpPr/>
          <p:nvPr/>
        </p:nvSpPr>
        <p:spPr>
          <a:xfrm>
            <a:off x="8691840" y="115200"/>
            <a:ext cx="244440" cy="232560"/>
          </a:xfrm>
          <a:custGeom>
            <a:avLst/>
            <a:gdLst>
              <a:gd name="textAreaLeft" fmla="*/ 0 w 244440"/>
              <a:gd name="textAreaRight" fmla="*/ 244800 w 244440"/>
              <a:gd name="textAreaTop" fmla="*/ 0 h 232560"/>
              <a:gd name="textAreaBottom" fmla="*/ 232920 h 232560"/>
            </a:gdLst>
            <a:ahLst/>
            <a:cxnLst/>
            <a:rect l="textAreaLeft" t="textAreaTop" r="textAreaRight" b="textAreaBottom"/>
            <a:pathLst>
              <a:path w="627697" h="597026">
                <a:moveTo>
                  <a:pt x="627507" y="368999"/>
                </a:moveTo>
                <a:cubicBezTo>
                  <a:pt x="514064" y="343567"/>
                  <a:pt x="447389" y="313182"/>
                  <a:pt x="423196" y="265176"/>
                </a:cubicBezTo>
                <a:cubicBezTo>
                  <a:pt x="447961" y="249555"/>
                  <a:pt x="484442" y="237268"/>
                  <a:pt x="533400" y="226314"/>
                </a:cubicBezTo>
                <a:cubicBezTo>
                  <a:pt x="484251" y="237363"/>
                  <a:pt x="445294" y="242507"/>
                  <a:pt x="414623" y="240506"/>
                </a:cubicBezTo>
                <a:cubicBezTo>
                  <a:pt x="403765" y="185452"/>
                  <a:pt x="436245" y="109823"/>
                  <a:pt x="507683" y="0"/>
                </a:cubicBezTo>
                <a:cubicBezTo>
                  <a:pt x="436721" y="109157"/>
                  <a:pt x="381000" y="167545"/>
                  <a:pt x="326422" y="175355"/>
                </a:cubicBezTo>
                <a:cubicBezTo>
                  <a:pt x="317373" y="148495"/>
                  <a:pt x="313754" y="112681"/>
                  <a:pt x="313754" y="66675"/>
                </a:cubicBezTo>
                <a:cubicBezTo>
                  <a:pt x="313754" y="112681"/>
                  <a:pt x="310134" y="148495"/>
                  <a:pt x="301085" y="175355"/>
                </a:cubicBezTo>
                <a:cubicBezTo>
                  <a:pt x="246412" y="167545"/>
                  <a:pt x="190691" y="109061"/>
                  <a:pt x="119825" y="0"/>
                </a:cubicBezTo>
                <a:cubicBezTo>
                  <a:pt x="191167" y="109823"/>
                  <a:pt x="223647" y="185452"/>
                  <a:pt x="212884" y="240506"/>
                </a:cubicBezTo>
                <a:cubicBezTo>
                  <a:pt x="182309" y="242507"/>
                  <a:pt x="143351" y="237363"/>
                  <a:pt x="94107" y="226314"/>
                </a:cubicBezTo>
                <a:cubicBezTo>
                  <a:pt x="142970" y="237268"/>
                  <a:pt x="179451" y="249555"/>
                  <a:pt x="204311" y="265176"/>
                </a:cubicBezTo>
                <a:cubicBezTo>
                  <a:pt x="180023" y="313182"/>
                  <a:pt x="113443" y="343471"/>
                  <a:pt x="0" y="368999"/>
                </a:cubicBezTo>
                <a:cubicBezTo>
                  <a:pt x="114681" y="343281"/>
                  <a:pt x="190405" y="339947"/>
                  <a:pt x="238792" y="367093"/>
                </a:cubicBezTo>
                <a:cubicBezTo>
                  <a:pt x="229457" y="398621"/>
                  <a:pt x="209074" y="437007"/>
                  <a:pt x="178117" y="484632"/>
                </a:cubicBezTo>
                <a:cubicBezTo>
                  <a:pt x="208979" y="437197"/>
                  <a:pt x="235744" y="403479"/>
                  <a:pt x="260699" y="383381"/>
                </a:cubicBezTo>
                <a:cubicBezTo>
                  <a:pt x="299752" y="420624"/>
                  <a:pt x="313849" y="489109"/>
                  <a:pt x="313849" y="597027"/>
                </a:cubicBezTo>
                <a:cubicBezTo>
                  <a:pt x="313849" y="489109"/>
                  <a:pt x="327946" y="420624"/>
                  <a:pt x="366998" y="383381"/>
                </a:cubicBezTo>
                <a:cubicBezTo>
                  <a:pt x="392049" y="403479"/>
                  <a:pt x="418719" y="437197"/>
                  <a:pt x="449580" y="484632"/>
                </a:cubicBezTo>
                <a:cubicBezTo>
                  <a:pt x="418624" y="437007"/>
                  <a:pt x="398240" y="398621"/>
                  <a:pt x="388906" y="367093"/>
                </a:cubicBezTo>
                <a:cubicBezTo>
                  <a:pt x="437198" y="339852"/>
                  <a:pt x="513017" y="343186"/>
                  <a:pt x="627698" y="368999"/>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 name="PlaceHolder 1"/>
          <p:cNvSpPr>
            <a:spLocks noGrp="1"/>
          </p:cNvSpPr>
          <p:nvPr>
            <p:ph type="title"/>
          </p:nvPr>
        </p:nvSpPr>
        <p:spPr>
          <a:xfrm>
            <a:off x="289800" y="2489040"/>
            <a:ext cx="51444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Barlow"/>
                <a:ea typeface="Barlow"/>
              </a:rPr>
              <a:t>xx%</a:t>
            </a:r>
            <a:endParaRPr lang="fr-FR" sz="2000" b="0" u="none" strike="noStrike">
              <a:solidFill>
                <a:schemeClr val="dk1"/>
              </a:solidFill>
              <a:effectLst/>
              <a:uFillTx/>
              <a:latin typeface="Arial"/>
            </a:endParaRPr>
          </a:p>
        </p:txBody>
      </p:sp>
      <p:sp>
        <p:nvSpPr>
          <p:cNvPr id="64" name="PlaceHolder 2"/>
          <p:cNvSpPr>
            <a:spLocks noGrp="1"/>
          </p:cNvSpPr>
          <p:nvPr>
            <p:ph type="title"/>
          </p:nvPr>
        </p:nvSpPr>
        <p:spPr>
          <a:xfrm>
            <a:off x="289800" y="1445760"/>
            <a:ext cx="51444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Barlow"/>
                <a:ea typeface="Barlow"/>
              </a:rPr>
              <a:t>xx%</a:t>
            </a:r>
            <a:endParaRPr lang="fr-FR" sz="2000" b="0" u="none" strike="noStrike">
              <a:solidFill>
                <a:schemeClr val="dk1"/>
              </a:solidFill>
              <a:effectLst/>
              <a:uFillTx/>
              <a:latin typeface="Arial"/>
            </a:endParaRPr>
          </a:p>
        </p:txBody>
      </p:sp>
      <p:sp>
        <p:nvSpPr>
          <p:cNvPr id="65" name="PlaceHolder 3"/>
          <p:cNvSpPr>
            <a:spLocks noGrp="1"/>
          </p:cNvSpPr>
          <p:nvPr>
            <p:ph type="title"/>
          </p:nvPr>
        </p:nvSpPr>
        <p:spPr>
          <a:xfrm>
            <a:off x="289800" y="3573720"/>
            <a:ext cx="51444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Barlow"/>
                <a:ea typeface="Barlow"/>
              </a:rPr>
              <a:t>xx%</a:t>
            </a:r>
            <a:endParaRPr lang="fr-FR" sz="2000" b="0" u="none" strike="noStrike">
              <a:solidFill>
                <a:schemeClr val="dk1"/>
              </a:solidFill>
              <a:effectLst/>
              <a:uFillTx/>
              <a:latin typeface="Arial"/>
            </a:endParaRPr>
          </a:p>
        </p:txBody>
      </p:sp>
      <p:sp>
        <p:nvSpPr>
          <p:cNvPr id="66" name="PlaceHolder 4"/>
          <p:cNvSpPr>
            <a:spLocks noGrp="1"/>
          </p:cNvSpPr>
          <p:nvPr>
            <p:ph type="title"/>
          </p:nvPr>
        </p:nvSpPr>
        <p:spPr>
          <a:xfrm>
            <a:off x="228600" y="152280"/>
            <a:ext cx="469800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67" name="PlaceHolder 5"/>
          <p:cNvSpPr>
            <a:spLocks noGrp="1"/>
          </p:cNvSpPr>
          <p:nvPr>
            <p:ph type="sldNum" idx="8"/>
          </p:nvPr>
        </p:nvSpPr>
        <p:spPr>
          <a:xfrm>
            <a:off x="8598960" y="4839120"/>
            <a:ext cx="315720" cy="151560"/>
          </a:xfrm>
          <a:prstGeom prst="rect">
            <a:avLst/>
          </a:prstGeom>
          <a:noFill/>
          <a:ln w="0">
            <a:noFill/>
          </a:ln>
        </p:spPr>
        <p:txBody>
          <a:bodyPr lIns="91440" tIns="75600" rIns="91440" bIns="75600" anchor="ctr">
            <a:noAutofit/>
          </a:bodyPr>
          <a:lstStyle>
            <a:lvl1pPr indent="0" algn="ctr" defTabSz="914400">
              <a:lnSpc>
                <a:spcPct val="100000"/>
              </a:lnSpc>
              <a:buNone/>
              <a:tabLst>
                <a:tab pos="0" algn="l"/>
              </a:tabLst>
              <a:defRPr lang="en" sz="800" b="0" u="none" strike="noStrike">
                <a:solidFill>
                  <a:schemeClr val="dk1"/>
                </a:solidFill>
                <a:effectLst/>
                <a:uFillTx/>
                <a:latin typeface="Barlow"/>
                <a:ea typeface="Barlow"/>
              </a:defRPr>
            </a:lvl1pPr>
          </a:lstStyle>
          <a:p>
            <a:pPr indent="0" algn="ctr" defTabSz="914400">
              <a:lnSpc>
                <a:spcPct val="100000"/>
              </a:lnSpc>
              <a:buNone/>
              <a:tabLst>
                <a:tab pos="0" algn="l"/>
              </a:tabLst>
            </a:pPr>
            <a:fld id="{A26FA043-609D-4688-BDA3-8807D90AD815}" type="slidenum">
              <a:rPr lang="en" sz="800" b="0" u="none" strike="noStrike">
                <a:solidFill>
                  <a:schemeClr val="dk1"/>
                </a:solidFill>
                <a:effectLst/>
                <a:uFillTx/>
                <a:latin typeface="Barlow"/>
                <a:ea typeface="Barlow"/>
              </a:rPr>
              <a:t>‹#›</a:t>
            </a:fld>
            <a:endParaRPr lang="en-US" sz="800" b="0" u="none" strike="noStrike">
              <a:solidFill>
                <a:srgbClr val="000000"/>
              </a:solidFill>
              <a:effectLst/>
              <a:uFillTx/>
              <a:latin typeface="OpenSymbol"/>
            </a:endParaRPr>
          </a:p>
        </p:txBody>
      </p:sp>
      <p:sp>
        <p:nvSpPr>
          <p:cNvPr id="68" name="PlaceHolder 6"/>
          <p:cNvSpPr>
            <a:spLocks noGrp="1"/>
          </p:cNvSpPr>
          <p:nvPr>
            <p:ph type="body"/>
          </p:nvPr>
        </p:nvSpPr>
        <p:spPr>
          <a:xfrm>
            <a:off x="5715720" y="494280"/>
            <a:ext cx="3199320" cy="3999240"/>
          </a:xfrm>
          <a:prstGeom prst="rect">
            <a:avLst/>
          </a:prstGeom>
          <a:noFill/>
          <a:ln w="0">
            <a:noFill/>
          </a:ln>
        </p:spPr>
        <p:txBody>
          <a:bodyPr lIns="90000" tIns="45000" rIns="90000" bIns="4500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chemeClr val="lt1"/>
        </a:solidFill>
        <a:effectLst/>
      </p:bgPr>
    </p:bg>
    <p:spTree>
      <p:nvGrpSpPr>
        <p:cNvPr id="1" name=""/>
        <p:cNvGrpSpPr/>
        <p:nvPr/>
      </p:nvGrpSpPr>
      <p:grpSpPr>
        <a:xfrm>
          <a:off x="0" y="0"/>
          <a:ext cx="0" cy="0"/>
          <a:chOff x="0" y="0"/>
          <a:chExt cx="0" cy="0"/>
        </a:xfrm>
      </p:grpSpPr>
      <p:sp>
        <p:nvSpPr>
          <p:cNvPr id="69" name="Google Shape;167;p18"/>
          <p:cNvSpPr/>
          <p:nvPr/>
        </p:nvSpPr>
        <p:spPr>
          <a:xfrm>
            <a:off x="8605080" y="4814280"/>
            <a:ext cx="312840" cy="201240"/>
          </a:xfrm>
          <a:prstGeom prst="ellipse">
            <a:avLst/>
          </a:prstGeom>
          <a:noFill/>
          <a:ln w="9525">
            <a:solidFill>
              <a:srgbClr val="532D22"/>
            </a:solidFill>
            <a:round/>
          </a:ln>
        </p:spPr>
        <p:style>
          <a:lnRef idx="0">
            <a:scrgbClr r="0" g="0" b="0"/>
          </a:lnRef>
          <a:fillRef idx="0">
            <a:scrgbClr r="0" g="0" b="0"/>
          </a:fillRef>
          <a:effectRef idx="0">
            <a:scrgbClr r="0" g="0" b="0"/>
          </a:effectRef>
          <a:fontRef idx="minor"/>
        </p:style>
        <p:txBody>
          <a:bodyPr tIns="70920" bIns="709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70" name="Google Shape;168;p18"/>
          <p:cNvCxnSpPr/>
          <p:nvPr/>
        </p:nvCxnSpPr>
        <p:spPr>
          <a:xfrm flipH="1">
            <a:off x="550800" y="228600"/>
            <a:ext cx="8367480" cy="360"/>
          </a:xfrm>
          <a:prstGeom prst="straightConnector1">
            <a:avLst/>
          </a:prstGeom>
          <a:ln w="9525">
            <a:solidFill>
              <a:srgbClr val="532D22"/>
            </a:solidFill>
            <a:round/>
          </a:ln>
        </p:spPr>
      </p:cxnSp>
      <p:sp>
        <p:nvSpPr>
          <p:cNvPr id="71" name="Google Shape;169;p18"/>
          <p:cNvSpPr/>
          <p:nvPr/>
        </p:nvSpPr>
        <p:spPr>
          <a:xfrm>
            <a:off x="232560" y="114840"/>
            <a:ext cx="236880" cy="233280"/>
          </a:xfrm>
          <a:custGeom>
            <a:avLst/>
            <a:gdLst>
              <a:gd name="textAreaLeft" fmla="*/ 0 w 236880"/>
              <a:gd name="textAreaRight" fmla="*/ 237240 w 236880"/>
              <a:gd name="textAreaTop" fmla="*/ 0 h 233280"/>
              <a:gd name="textAreaBottom" fmla="*/ 233640 h 233280"/>
            </a:gdLst>
            <a:ahLst/>
            <a:cxnLst/>
            <a:rect l="textAreaLeft" t="textAreaTop" r="textAreaRight" b="textAreaBottom"/>
            <a:pathLst>
              <a:path w="649985" h="640079">
                <a:moveTo>
                  <a:pt x="324993" y="0"/>
                </a:moveTo>
                <a:cubicBezTo>
                  <a:pt x="324993" y="252127"/>
                  <a:pt x="280035" y="268510"/>
                  <a:pt x="112871" y="77248"/>
                </a:cubicBezTo>
                <a:cubicBezTo>
                  <a:pt x="280035" y="268605"/>
                  <a:pt x="256032" y="310039"/>
                  <a:pt x="0" y="272701"/>
                </a:cubicBezTo>
                <a:cubicBezTo>
                  <a:pt x="256032" y="310039"/>
                  <a:pt x="264414" y="357188"/>
                  <a:pt x="39243" y="495014"/>
                </a:cubicBezTo>
                <a:cubicBezTo>
                  <a:pt x="264414" y="357188"/>
                  <a:pt x="301085" y="387953"/>
                  <a:pt x="212122" y="640080"/>
                </a:cubicBezTo>
                <a:cubicBezTo>
                  <a:pt x="301085" y="387953"/>
                  <a:pt x="348901" y="387953"/>
                  <a:pt x="437864" y="640080"/>
                </a:cubicBezTo>
                <a:cubicBezTo>
                  <a:pt x="348901" y="387953"/>
                  <a:pt x="385572" y="357092"/>
                  <a:pt x="610743" y="495014"/>
                </a:cubicBezTo>
                <a:cubicBezTo>
                  <a:pt x="385572" y="357188"/>
                  <a:pt x="393859" y="310039"/>
                  <a:pt x="649986" y="272701"/>
                </a:cubicBezTo>
                <a:cubicBezTo>
                  <a:pt x="393954" y="310039"/>
                  <a:pt x="369951" y="268510"/>
                  <a:pt x="537115" y="77248"/>
                </a:cubicBezTo>
                <a:cubicBezTo>
                  <a:pt x="369951" y="268605"/>
                  <a:pt x="324993" y="252222"/>
                  <a:pt x="32499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cxnSp>
        <p:nvCxnSpPr>
          <p:cNvPr id="72" name="Google Shape;170;p18"/>
          <p:cNvCxnSpPr/>
          <p:nvPr/>
        </p:nvCxnSpPr>
        <p:spPr>
          <a:xfrm flipH="1">
            <a:off x="557280" y="4914720"/>
            <a:ext cx="7962480" cy="360"/>
          </a:xfrm>
          <a:prstGeom prst="straightConnector1">
            <a:avLst/>
          </a:prstGeom>
          <a:ln w="9525">
            <a:solidFill>
              <a:srgbClr val="532D22"/>
            </a:solidFill>
            <a:round/>
          </a:ln>
        </p:spPr>
      </p:cxnSp>
      <p:grpSp>
        <p:nvGrpSpPr>
          <p:cNvPr id="73" name="Google Shape;171;p18"/>
          <p:cNvGrpSpPr/>
          <p:nvPr/>
        </p:nvGrpSpPr>
        <p:grpSpPr>
          <a:xfrm>
            <a:off x="237960" y="4796280"/>
            <a:ext cx="236880" cy="236880"/>
            <a:chOff x="237960" y="4796280"/>
            <a:chExt cx="236880" cy="236880"/>
          </a:xfrm>
        </p:grpSpPr>
        <p:sp>
          <p:nvSpPr>
            <p:cNvPr id="74" name="Google Shape;172;p18"/>
            <p:cNvSpPr/>
            <p:nvPr/>
          </p:nvSpPr>
          <p:spPr>
            <a:xfrm>
              <a:off x="237960" y="479628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741997" h="741997">
                  <a:moveTo>
                    <a:pt x="741998" y="370999"/>
                  </a:moveTo>
                  <a:cubicBezTo>
                    <a:pt x="380619" y="373666"/>
                    <a:pt x="379476" y="376047"/>
                    <a:pt x="633317" y="633317"/>
                  </a:cubicBezTo>
                  <a:cubicBezTo>
                    <a:pt x="376047" y="379476"/>
                    <a:pt x="373666" y="380524"/>
                    <a:pt x="370999" y="741998"/>
                  </a:cubicBezTo>
                  <a:cubicBezTo>
                    <a:pt x="368332" y="380619"/>
                    <a:pt x="365950" y="379476"/>
                    <a:pt x="108680" y="633317"/>
                  </a:cubicBezTo>
                  <a:cubicBezTo>
                    <a:pt x="362521" y="376047"/>
                    <a:pt x="361474" y="373666"/>
                    <a:pt x="0" y="370999"/>
                  </a:cubicBezTo>
                  <a:cubicBezTo>
                    <a:pt x="361378" y="368332"/>
                    <a:pt x="362521" y="365951"/>
                    <a:pt x="108680" y="108680"/>
                  </a:cubicBezTo>
                  <a:cubicBezTo>
                    <a:pt x="365950" y="362522"/>
                    <a:pt x="368332" y="361474"/>
                    <a:pt x="370999" y="0"/>
                  </a:cubicBezTo>
                  <a:cubicBezTo>
                    <a:pt x="373666" y="361379"/>
                    <a:pt x="376047" y="362522"/>
                    <a:pt x="633317" y="108680"/>
                  </a:cubicBezTo>
                  <a:cubicBezTo>
                    <a:pt x="379476" y="365951"/>
                    <a:pt x="380524" y="368332"/>
                    <a:pt x="741998" y="370999"/>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 name="Google Shape;173;p18"/>
            <p:cNvSpPr/>
            <p:nvPr/>
          </p:nvSpPr>
          <p:spPr>
            <a:xfrm>
              <a:off x="237960" y="479628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741997" h="741997">
                  <a:moveTo>
                    <a:pt x="741998" y="370999"/>
                  </a:moveTo>
                  <a:cubicBezTo>
                    <a:pt x="380619" y="373666"/>
                    <a:pt x="379476" y="376047"/>
                    <a:pt x="633317" y="633317"/>
                  </a:cubicBezTo>
                  <a:cubicBezTo>
                    <a:pt x="376047" y="379476"/>
                    <a:pt x="373666" y="380524"/>
                    <a:pt x="370999" y="741998"/>
                  </a:cubicBezTo>
                  <a:cubicBezTo>
                    <a:pt x="368332" y="380619"/>
                    <a:pt x="365950" y="379476"/>
                    <a:pt x="108680" y="633317"/>
                  </a:cubicBezTo>
                  <a:cubicBezTo>
                    <a:pt x="362521" y="376047"/>
                    <a:pt x="361474" y="373666"/>
                    <a:pt x="0" y="370999"/>
                  </a:cubicBezTo>
                  <a:cubicBezTo>
                    <a:pt x="361378" y="368332"/>
                    <a:pt x="362521" y="365951"/>
                    <a:pt x="108680" y="108680"/>
                  </a:cubicBezTo>
                  <a:cubicBezTo>
                    <a:pt x="365950" y="362522"/>
                    <a:pt x="368332" y="361474"/>
                    <a:pt x="370999" y="0"/>
                  </a:cubicBezTo>
                  <a:cubicBezTo>
                    <a:pt x="373666" y="361379"/>
                    <a:pt x="376047" y="362522"/>
                    <a:pt x="633317" y="108680"/>
                  </a:cubicBezTo>
                  <a:cubicBezTo>
                    <a:pt x="379476" y="365951"/>
                    <a:pt x="380524" y="368332"/>
                    <a:pt x="741998" y="370999"/>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6" name="PlaceHolder 1"/>
          <p:cNvSpPr>
            <a:spLocks noGrp="1"/>
          </p:cNvSpPr>
          <p:nvPr>
            <p:ph type="title"/>
          </p:nvPr>
        </p:nvSpPr>
        <p:spPr>
          <a:xfrm>
            <a:off x="228600" y="15228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77" name="PlaceHolder 2"/>
          <p:cNvSpPr>
            <a:spLocks noGrp="1"/>
          </p:cNvSpPr>
          <p:nvPr>
            <p:ph type="sldNum" idx="9"/>
          </p:nvPr>
        </p:nvSpPr>
        <p:spPr>
          <a:xfrm>
            <a:off x="8598960" y="4839120"/>
            <a:ext cx="315720" cy="151560"/>
          </a:xfrm>
          <a:prstGeom prst="rect">
            <a:avLst/>
          </a:prstGeom>
          <a:noFill/>
          <a:ln w="0">
            <a:noFill/>
          </a:ln>
        </p:spPr>
        <p:txBody>
          <a:bodyPr lIns="91440" tIns="75600" rIns="91440" bIns="75600" anchor="ctr">
            <a:noAutofit/>
          </a:bodyPr>
          <a:lstStyle>
            <a:lvl1pPr indent="0" algn="ctr" defTabSz="914400">
              <a:lnSpc>
                <a:spcPct val="100000"/>
              </a:lnSpc>
              <a:buNone/>
              <a:tabLst>
                <a:tab pos="0" algn="l"/>
              </a:tabLst>
              <a:defRPr lang="en" sz="800" b="0" u="none" strike="noStrike">
                <a:solidFill>
                  <a:schemeClr val="dk1"/>
                </a:solidFill>
                <a:effectLst/>
                <a:uFillTx/>
                <a:latin typeface="Barlow"/>
                <a:ea typeface="Barlow"/>
              </a:defRPr>
            </a:lvl1pPr>
          </a:lstStyle>
          <a:p>
            <a:pPr indent="0" algn="ctr" defTabSz="914400">
              <a:lnSpc>
                <a:spcPct val="100000"/>
              </a:lnSpc>
              <a:buNone/>
              <a:tabLst>
                <a:tab pos="0" algn="l"/>
              </a:tabLst>
            </a:pPr>
            <a:fld id="{3B25CC08-2F65-4D76-90E2-6D3697A69A81}" type="slidenum">
              <a:rPr lang="en" sz="800" b="0" u="none" strike="noStrike">
                <a:solidFill>
                  <a:schemeClr val="dk1"/>
                </a:solidFill>
                <a:effectLst/>
                <a:uFillTx/>
                <a:latin typeface="Barlow"/>
                <a:ea typeface="Barlow"/>
              </a:rPr>
              <a:t>‹#›</a:t>
            </a:fld>
            <a:endParaRPr lang="en-US" sz="800" b="0" u="none" strike="noStrike">
              <a:solidFill>
                <a:srgbClr val="000000"/>
              </a:solidFill>
              <a:effectLst/>
              <a:uFillTx/>
              <a:latin typeface="OpenSymbo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pic>
        <p:nvPicPr>
          <p:cNvPr id="78" name="Google Shape;189;p19"/>
          <p:cNvPicPr/>
          <p:nvPr/>
        </p:nvPicPr>
        <p:blipFill>
          <a:blip r:embed="rId2"/>
          <a:srcRect l="180" r="180"/>
          <a:stretch/>
        </p:blipFill>
        <p:spPr>
          <a:xfrm>
            <a:off x="0" y="0"/>
            <a:ext cx="9143640" cy="5142960"/>
          </a:xfrm>
          <a:prstGeom prst="rect">
            <a:avLst/>
          </a:prstGeom>
          <a:noFill/>
          <a:ln w="0">
            <a:noFill/>
          </a:ln>
        </p:spPr>
      </p:pic>
      <p:sp>
        <p:nvSpPr>
          <p:cNvPr id="79" name="PlaceHolder 1"/>
          <p:cNvSpPr>
            <a:spLocks noGrp="1"/>
          </p:cNvSpPr>
          <p:nvPr>
            <p:ph type="title"/>
          </p:nvPr>
        </p:nvSpPr>
        <p:spPr>
          <a:xfrm>
            <a:off x="389160" y="3145320"/>
            <a:ext cx="3889800" cy="785520"/>
          </a:xfrm>
          <a:prstGeom prst="rect">
            <a:avLst/>
          </a:prstGeom>
          <a:noFill/>
          <a:ln w="0">
            <a:noFill/>
          </a:ln>
        </p:spPr>
        <p:txBody>
          <a:bodyPr lIns="91440" tIns="91440" rIns="91440" bIns="91440" anchor="b">
            <a:noAutofit/>
          </a:bodyPr>
          <a:lstStyle/>
          <a:p>
            <a:pPr indent="0" algn="ctr">
              <a:lnSpc>
                <a:spcPct val="100000"/>
              </a:lnSpc>
              <a:buNone/>
            </a:pPr>
            <a:r>
              <a:rPr lang="fr-FR" sz="3800" b="0" u="none" strike="noStrike">
                <a:solidFill>
                  <a:schemeClr val="dk2"/>
                </a:solidFill>
                <a:effectLst/>
                <a:uFillTx/>
                <a:latin typeface="Barlow"/>
                <a:ea typeface="Barlow"/>
              </a:rPr>
              <a:t>xx%</a:t>
            </a:r>
            <a:endParaRPr lang="fr-FR" sz="3800" b="0" u="none" strike="noStrike">
              <a:solidFill>
                <a:schemeClr val="dk1"/>
              </a:solidFill>
              <a:effectLst/>
              <a:uFillTx/>
              <a:latin typeface="Arial"/>
            </a:endParaRPr>
          </a:p>
        </p:txBody>
      </p:sp>
      <p:sp>
        <p:nvSpPr>
          <p:cNvPr id="80" name="PlaceHolder 2"/>
          <p:cNvSpPr>
            <a:spLocks noGrp="1"/>
          </p:cNvSpPr>
          <p:nvPr>
            <p:ph type="title"/>
          </p:nvPr>
        </p:nvSpPr>
        <p:spPr>
          <a:xfrm>
            <a:off x="4864680" y="3145320"/>
            <a:ext cx="3889800" cy="785520"/>
          </a:xfrm>
          <a:prstGeom prst="rect">
            <a:avLst/>
          </a:prstGeom>
          <a:noFill/>
          <a:ln w="0">
            <a:noFill/>
          </a:ln>
        </p:spPr>
        <p:txBody>
          <a:bodyPr lIns="91440" tIns="91440" rIns="91440" bIns="91440" anchor="b">
            <a:noAutofit/>
          </a:bodyPr>
          <a:lstStyle/>
          <a:p>
            <a:pPr indent="0" algn="ctr">
              <a:lnSpc>
                <a:spcPct val="100000"/>
              </a:lnSpc>
              <a:buNone/>
            </a:pPr>
            <a:r>
              <a:rPr lang="fr-FR" sz="4500" b="0" u="none" strike="noStrike">
                <a:solidFill>
                  <a:schemeClr val="accent1"/>
                </a:solidFill>
                <a:effectLst/>
                <a:uFillTx/>
                <a:latin typeface="Barlow"/>
                <a:ea typeface="Barlow"/>
              </a:rPr>
              <a:t>xx%</a:t>
            </a:r>
            <a:endParaRPr lang="fr-FR" sz="4500" b="0" u="none" strike="noStrike">
              <a:solidFill>
                <a:schemeClr val="dk1"/>
              </a:solidFill>
              <a:effectLst/>
              <a:uFillTx/>
              <a:latin typeface="Arial"/>
            </a:endParaRPr>
          </a:p>
        </p:txBody>
      </p:sp>
      <p:sp>
        <p:nvSpPr>
          <p:cNvPr id="81" name="PlaceHolder 3"/>
          <p:cNvSpPr>
            <a:spLocks noGrp="1"/>
          </p:cNvSpPr>
          <p:nvPr>
            <p:ph type="sldNum" idx="10"/>
          </p:nvPr>
        </p:nvSpPr>
        <p:spPr>
          <a:xfrm>
            <a:off x="8598960" y="4839120"/>
            <a:ext cx="315720" cy="151560"/>
          </a:xfrm>
          <a:prstGeom prst="rect">
            <a:avLst/>
          </a:prstGeom>
          <a:noFill/>
          <a:ln w="0">
            <a:noFill/>
          </a:ln>
        </p:spPr>
        <p:txBody>
          <a:bodyPr lIns="91440" tIns="75600" rIns="91440" bIns="75600" anchor="ctr">
            <a:noAutofit/>
          </a:bodyPr>
          <a:lstStyle>
            <a:lvl1pPr indent="0" algn="ctr" defTabSz="914400">
              <a:lnSpc>
                <a:spcPct val="100000"/>
              </a:lnSpc>
              <a:buNone/>
              <a:tabLst>
                <a:tab pos="0" algn="l"/>
              </a:tabLst>
              <a:defRPr lang="en" sz="800" b="0" u="none" strike="noStrike">
                <a:solidFill>
                  <a:schemeClr val="dk2"/>
                </a:solidFill>
                <a:effectLst/>
                <a:uFillTx/>
                <a:latin typeface="Barlow"/>
                <a:ea typeface="Barlow"/>
              </a:defRPr>
            </a:lvl1pPr>
          </a:lstStyle>
          <a:p>
            <a:pPr indent="0" algn="ctr" defTabSz="914400">
              <a:lnSpc>
                <a:spcPct val="100000"/>
              </a:lnSpc>
              <a:buNone/>
              <a:tabLst>
                <a:tab pos="0" algn="l"/>
              </a:tabLst>
            </a:pPr>
            <a:fld id="{81E49ABB-E62E-4A14-BE74-7EE66EB90F88}" type="slidenum">
              <a:rPr lang="en" sz="800" b="0" u="none" strike="noStrike">
                <a:solidFill>
                  <a:schemeClr val="dk2"/>
                </a:solidFill>
                <a:effectLst/>
                <a:uFillTx/>
                <a:latin typeface="Barlow"/>
                <a:ea typeface="Barlow"/>
              </a:rPr>
              <a:t>‹#›</a:t>
            </a:fld>
            <a:endParaRPr lang="en-US" sz="800" b="0" u="none" strike="noStrike">
              <a:solidFill>
                <a:srgbClr val="000000"/>
              </a:solidFill>
              <a:effectLst/>
              <a:uFillTx/>
              <a:latin typeface="OpenSymbol"/>
            </a:endParaRPr>
          </a:p>
        </p:txBody>
      </p:sp>
      <p:sp>
        <p:nvSpPr>
          <p:cNvPr id="82" name="Google Shape;195;p19"/>
          <p:cNvSpPr/>
          <p:nvPr/>
        </p:nvSpPr>
        <p:spPr>
          <a:xfrm>
            <a:off x="8605080" y="4814280"/>
            <a:ext cx="312840" cy="2012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70920" bIns="709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83" name="PlaceHolder 1"/>
          <p:cNvSpPr>
            <a:spLocks noGrp="1"/>
          </p:cNvSpPr>
          <p:nvPr>
            <p:ph type="title"/>
          </p:nvPr>
        </p:nvSpPr>
        <p:spPr>
          <a:xfrm>
            <a:off x="228600" y="642960"/>
            <a:ext cx="6667200" cy="105840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cxnSp>
        <p:nvCxnSpPr>
          <p:cNvPr id="84" name="Google Shape;199;p20"/>
          <p:cNvCxnSpPr/>
          <p:nvPr/>
        </p:nvCxnSpPr>
        <p:spPr>
          <a:xfrm flipH="1">
            <a:off x="550800" y="228600"/>
            <a:ext cx="8367480" cy="360"/>
          </a:xfrm>
          <a:prstGeom prst="straightConnector1">
            <a:avLst/>
          </a:prstGeom>
          <a:ln w="9525">
            <a:solidFill>
              <a:srgbClr val="532D22"/>
            </a:solidFill>
            <a:round/>
          </a:ln>
        </p:spPr>
      </p:cxnSp>
      <p:sp>
        <p:nvSpPr>
          <p:cNvPr id="85" name="Google Shape;200;p20"/>
          <p:cNvSpPr/>
          <p:nvPr/>
        </p:nvSpPr>
        <p:spPr>
          <a:xfrm>
            <a:off x="232560" y="114840"/>
            <a:ext cx="236880" cy="233280"/>
          </a:xfrm>
          <a:custGeom>
            <a:avLst/>
            <a:gdLst>
              <a:gd name="textAreaLeft" fmla="*/ 0 w 236880"/>
              <a:gd name="textAreaRight" fmla="*/ 237240 w 236880"/>
              <a:gd name="textAreaTop" fmla="*/ 0 h 233280"/>
              <a:gd name="textAreaBottom" fmla="*/ 233640 h 233280"/>
            </a:gdLst>
            <a:ahLst/>
            <a:cxnLst/>
            <a:rect l="textAreaLeft" t="textAreaTop" r="textAreaRight" b="textAreaBottom"/>
            <a:pathLst>
              <a:path w="649985" h="640079">
                <a:moveTo>
                  <a:pt x="324993" y="0"/>
                </a:moveTo>
                <a:cubicBezTo>
                  <a:pt x="324993" y="252127"/>
                  <a:pt x="280035" y="268510"/>
                  <a:pt x="112871" y="77248"/>
                </a:cubicBezTo>
                <a:cubicBezTo>
                  <a:pt x="280035" y="268605"/>
                  <a:pt x="256032" y="310039"/>
                  <a:pt x="0" y="272701"/>
                </a:cubicBezTo>
                <a:cubicBezTo>
                  <a:pt x="256032" y="310039"/>
                  <a:pt x="264414" y="357188"/>
                  <a:pt x="39243" y="495014"/>
                </a:cubicBezTo>
                <a:cubicBezTo>
                  <a:pt x="264414" y="357188"/>
                  <a:pt x="301085" y="387953"/>
                  <a:pt x="212122" y="640080"/>
                </a:cubicBezTo>
                <a:cubicBezTo>
                  <a:pt x="301085" y="387953"/>
                  <a:pt x="348901" y="387953"/>
                  <a:pt x="437864" y="640080"/>
                </a:cubicBezTo>
                <a:cubicBezTo>
                  <a:pt x="348901" y="387953"/>
                  <a:pt x="385572" y="357092"/>
                  <a:pt x="610743" y="495014"/>
                </a:cubicBezTo>
                <a:cubicBezTo>
                  <a:pt x="385572" y="357188"/>
                  <a:pt x="393859" y="310039"/>
                  <a:pt x="649986" y="272701"/>
                </a:cubicBezTo>
                <a:cubicBezTo>
                  <a:pt x="393954" y="310039"/>
                  <a:pt x="369951" y="268510"/>
                  <a:pt x="537115" y="77248"/>
                </a:cubicBezTo>
                <a:cubicBezTo>
                  <a:pt x="369951" y="268605"/>
                  <a:pt x="324993" y="252222"/>
                  <a:pt x="32499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cxnSp>
        <p:nvCxnSpPr>
          <p:cNvPr id="86" name="Google Shape;201;p20"/>
          <p:cNvCxnSpPr/>
          <p:nvPr/>
        </p:nvCxnSpPr>
        <p:spPr>
          <a:xfrm flipH="1">
            <a:off x="557640" y="4914720"/>
            <a:ext cx="8358840" cy="360"/>
          </a:xfrm>
          <a:prstGeom prst="straightConnector1">
            <a:avLst/>
          </a:prstGeom>
          <a:ln w="9525">
            <a:solidFill>
              <a:srgbClr val="532D22"/>
            </a:solidFill>
            <a:round/>
          </a:ln>
        </p:spPr>
      </p:cxnSp>
      <p:grpSp>
        <p:nvGrpSpPr>
          <p:cNvPr id="87" name="Google Shape;202;p20"/>
          <p:cNvGrpSpPr/>
          <p:nvPr/>
        </p:nvGrpSpPr>
        <p:grpSpPr>
          <a:xfrm>
            <a:off x="237960" y="4796280"/>
            <a:ext cx="236880" cy="236880"/>
            <a:chOff x="237960" y="4796280"/>
            <a:chExt cx="236880" cy="236880"/>
          </a:xfrm>
        </p:grpSpPr>
        <p:sp>
          <p:nvSpPr>
            <p:cNvPr id="88" name="Google Shape;203;p20"/>
            <p:cNvSpPr/>
            <p:nvPr/>
          </p:nvSpPr>
          <p:spPr>
            <a:xfrm>
              <a:off x="237960" y="479628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741997" h="741997">
                  <a:moveTo>
                    <a:pt x="741998" y="370999"/>
                  </a:moveTo>
                  <a:cubicBezTo>
                    <a:pt x="380619" y="373666"/>
                    <a:pt x="379476" y="376047"/>
                    <a:pt x="633317" y="633317"/>
                  </a:cubicBezTo>
                  <a:cubicBezTo>
                    <a:pt x="376047" y="379476"/>
                    <a:pt x="373666" y="380524"/>
                    <a:pt x="370999" y="741998"/>
                  </a:cubicBezTo>
                  <a:cubicBezTo>
                    <a:pt x="368332" y="380619"/>
                    <a:pt x="365950" y="379476"/>
                    <a:pt x="108680" y="633317"/>
                  </a:cubicBezTo>
                  <a:cubicBezTo>
                    <a:pt x="362521" y="376047"/>
                    <a:pt x="361474" y="373666"/>
                    <a:pt x="0" y="370999"/>
                  </a:cubicBezTo>
                  <a:cubicBezTo>
                    <a:pt x="361378" y="368332"/>
                    <a:pt x="362521" y="365951"/>
                    <a:pt x="108680" y="108680"/>
                  </a:cubicBezTo>
                  <a:cubicBezTo>
                    <a:pt x="365950" y="362522"/>
                    <a:pt x="368332" y="361474"/>
                    <a:pt x="370999" y="0"/>
                  </a:cubicBezTo>
                  <a:cubicBezTo>
                    <a:pt x="373666" y="361379"/>
                    <a:pt x="376047" y="362522"/>
                    <a:pt x="633317" y="108680"/>
                  </a:cubicBezTo>
                  <a:cubicBezTo>
                    <a:pt x="379476" y="365951"/>
                    <a:pt x="380524" y="368332"/>
                    <a:pt x="741998" y="370999"/>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 name="Google Shape;204;p20"/>
            <p:cNvSpPr/>
            <p:nvPr/>
          </p:nvSpPr>
          <p:spPr>
            <a:xfrm>
              <a:off x="237960" y="479628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741997" h="741997">
                  <a:moveTo>
                    <a:pt x="741998" y="370999"/>
                  </a:moveTo>
                  <a:cubicBezTo>
                    <a:pt x="380619" y="373666"/>
                    <a:pt x="379476" y="376047"/>
                    <a:pt x="633317" y="633317"/>
                  </a:cubicBezTo>
                  <a:cubicBezTo>
                    <a:pt x="376047" y="379476"/>
                    <a:pt x="373666" y="380524"/>
                    <a:pt x="370999" y="741998"/>
                  </a:cubicBezTo>
                  <a:cubicBezTo>
                    <a:pt x="368332" y="380619"/>
                    <a:pt x="365950" y="379476"/>
                    <a:pt x="108680" y="633317"/>
                  </a:cubicBezTo>
                  <a:cubicBezTo>
                    <a:pt x="362521" y="376047"/>
                    <a:pt x="361474" y="373666"/>
                    <a:pt x="0" y="370999"/>
                  </a:cubicBezTo>
                  <a:cubicBezTo>
                    <a:pt x="361378" y="368332"/>
                    <a:pt x="362521" y="365951"/>
                    <a:pt x="108680" y="108680"/>
                  </a:cubicBezTo>
                  <a:cubicBezTo>
                    <a:pt x="365950" y="362522"/>
                    <a:pt x="368332" y="361474"/>
                    <a:pt x="370999" y="0"/>
                  </a:cubicBezTo>
                  <a:cubicBezTo>
                    <a:pt x="373666" y="361379"/>
                    <a:pt x="376047" y="362522"/>
                    <a:pt x="633317" y="108680"/>
                  </a:cubicBezTo>
                  <a:cubicBezTo>
                    <a:pt x="379476" y="365951"/>
                    <a:pt x="380524" y="368332"/>
                    <a:pt x="741998" y="370999"/>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0" name="Google Shape;205;p20"/>
          <p:cNvSpPr/>
          <p:nvPr/>
        </p:nvSpPr>
        <p:spPr>
          <a:xfrm>
            <a:off x="4763520" y="3827880"/>
            <a:ext cx="4151520" cy="360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 sz="1000" b="1" u="none" strike="noStrike">
                <a:solidFill>
                  <a:schemeClr val="dk1"/>
                </a:solidFill>
                <a:effectLst/>
                <a:uFillTx/>
                <a:latin typeface="Barlow"/>
                <a:ea typeface="Barlow"/>
              </a:rPr>
              <a:t>CREDITS:</a:t>
            </a:r>
            <a:r>
              <a:rPr lang="en" sz="1000" b="0" u="none" strike="noStrike">
                <a:solidFill>
                  <a:schemeClr val="dk1"/>
                </a:solidFill>
                <a:effectLst/>
                <a:uFillTx/>
                <a:latin typeface="Barlow"/>
                <a:ea typeface="Barlow"/>
              </a:rPr>
              <a:t> This presentation template was created by </a:t>
            </a:r>
            <a:r>
              <a:rPr lang="en" sz="1000" b="1" u="sng" strike="noStrike">
                <a:solidFill>
                  <a:schemeClr val="dk1"/>
                </a:solidFill>
                <a:effectLst/>
                <a:uFillTx/>
                <a:latin typeface="Barlow"/>
                <a:ea typeface="Barlow"/>
                <a:hlinkClick r:id="rId2"/>
              </a:rPr>
              <a:t>Slidesgo</a:t>
            </a:r>
            <a:r>
              <a:rPr lang="en" sz="1000" b="0" u="none" strike="noStrike">
                <a:solidFill>
                  <a:schemeClr val="dk1"/>
                </a:solidFill>
                <a:effectLst/>
                <a:uFillTx/>
                <a:latin typeface="Barlow"/>
                <a:ea typeface="Barlow"/>
              </a:rPr>
              <a:t>, and includes icons, infographics &amp; images by </a:t>
            </a:r>
            <a:r>
              <a:rPr lang="en" sz="1000" b="1" u="sng" strike="noStrike">
                <a:solidFill>
                  <a:schemeClr val="dk1"/>
                </a:solidFill>
                <a:effectLst/>
                <a:uFillTx/>
                <a:latin typeface="Barlow"/>
                <a:ea typeface="Barlow"/>
                <a:hlinkClick r:id="rId3"/>
              </a:rPr>
              <a:t>Freepik</a:t>
            </a:r>
            <a:r>
              <a:rPr lang="en" sz="1000" b="0" u="none" strike="noStrike">
                <a:solidFill>
                  <a:schemeClr val="dk1"/>
                </a:solidFill>
                <a:effectLst/>
                <a:uFillTx/>
                <a:latin typeface="Barlow"/>
                <a:ea typeface="Barlow"/>
              </a:rPr>
              <a:t> </a:t>
            </a:r>
            <a:endParaRPr lang="en-US" sz="1000" b="0" u="none" strike="noStrike">
              <a:solidFill>
                <a:srgbClr val="000000"/>
              </a:solidFill>
              <a:effectLst/>
              <a:uFillTx/>
              <a:latin typeface="OpenSymbo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91" name="PlaceHolder 1"/>
          <p:cNvSpPr>
            <a:spLocks noGrp="1"/>
          </p:cNvSpPr>
          <p:nvPr>
            <p:ph type="body"/>
          </p:nvPr>
        </p:nvSpPr>
        <p:spPr>
          <a:xfrm>
            <a:off x="0" y="-180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92" name="PlaceHolder 2"/>
          <p:cNvSpPr>
            <a:spLocks noGrp="1"/>
          </p:cNvSpPr>
          <p:nvPr>
            <p:ph type="title"/>
          </p:nvPr>
        </p:nvSpPr>
        <p:spPr>
          <a:xfrm>
            <a:off x="228600" y="1583280"/>
            <a:ext cx="4571640" cy="2459520"/>
          </a:xfrm>
          <a:prstGeom prst="rect">
            <a:avLst/>
          </a:prstGeom>
          <a:noFill/>
          <a:ln w="0">
            <a:noFill/>
          </a:ln>
          <a:effectLst>
            <a:outerShdw blurRad="57240" dist="19080" dir="5400000" rotWithShape="0">
              <a:srgbClr val="000000">
                <a:alpha val="50000"/>
              </a:srgbClr>
            </a:outerShdw>
          </a:effectLst>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93" name="PlaceHolder 3"/>
          <p:cNvSpPr>
            <a:spLocks noGrp="1"/>
          </p:cNvSpPr>
          <p:nvPr>
            <p:ph type="title"/>
          </p:nvPr>
        </p:nvSpPr>
        <p:spPr>
          <a:xfrm>
            <a:off x="7590240" y="389160"/>
            <a:ext cx="1267920" cy="889560"/>
          </a:xfrm>
          <a:prstGeom prst="rect">
            <a:avLst/>
          </a:prstGeom>
          <a:noFill/>
          <a:ln w="0">
            <a:noFill/>
          </a:ln>
          <a:effectLst>
            <a:outerShdw blurRad="57240" dist="19080" dir="5400000" rotWithShape="0">
              <a:srgbClr val="000000">
                <a:alpha val="50000"/>
              </a:srgbClr>
            </a:outerShdw>
          </a:effectLst>
        </p:spPr>
        <p:txBody>
          <a:bodyPr lIns="91440" tIns="91440" rIns="91440" bIns="91440" anchor="ctr">
            <a:noAutofit/>
          </a:bodyPr>
          <a:lstStyle/>
          <a:p>
            <a:pPr indent="0" algn="ctr">
              <a:lnSpc>
                <a:spcPct val="100000"/>
              </a:lnSpc>
              <a:buNone/>
            </a:pPr>
            <a:r>
              <a:rPr lang="fr-FR" sz="4500" b="0" u="none" strike="noStrike">
                <a:solidFill>
                  <a:schemeClr val="accent2"/>
                </a:solidFill>
                <a:effectLst/>
                <a:uFillTx/>
                <a:latin typeface="Barlow"/>
                <a:ea typeface="Barlow"/>
              </a:rPr>
              <a:t>xx%</a:t>
            </a:r>
            <a:endParaRPr lang="fr-FR" sz="4500" b="0" u="none" strike="noStrike">
              <a:solidFill>
                <a:schemeClr val="dk1"/>
              </a:solidFill>
              <a:effectLst/>
              <a:uFillTx/>
              <a:latin typeface="Arial"/>
            </a:endParaRPr>
          </a:p>
        </p:txBody>
      </p:sp>
      <p:sp>
        <p:nvSpPr>
          <p:cNvPr id="94" name="PlaceHolder 4"/>
          <p:cNvSpPr>
            <a:spLocks noGrp="1"/>
          </p:cNvSpPr>
          <p:nvPr>
            <p:ph type="sldNum" idx="11"/>
          </p:nvPr>
        </p:nvSpPr>
        <p:spPr>
          <a:xfrm>
            <a:off x="8598960" y="4839120"/>
            <a:ext cx="315720" cy="151560"/>
          </a:xfrm>
          <a:prstGeom prst="rect">
            <a:avLst/>
          </a:prstGeom>
          <a:noFill/>
          <a:ln w="0">
            <a:noFill/>
          </a:ln>
          <a:effectLst>
            <a:outerShdw blurRad="57240" dist="19080" dir="5400000" rotWithShape="0">
              <a:srgbClr val="000000">
                <a:alpha val="50000"/>
              </a:srgbClr>
            </a:outerShdw>
          </a:effectLst>
        </p:spPr>
        <p:txBody>
          <a:bodyPr lIns="91440" tIns="75600" rIns="91440" bIns="75600" anchor="ctr">
            <a:noAutofit/>
          </a:bodyPr>
          <a:lstStyle>
            <a:lvl1pPr indent="0" algn="ctr" defTabSz="914400">
              <a:lnSpc>
                <a:spcPct val="100000"/>
              </a:lnSpc>
              <a:buNone/>
              <a:tabLst>
                <a:tab pos="0" algn="l"/>
              </a:tabLst>
              <a:defRPr lang="en" sz="800" b="0" u="none" strike="noStrike">
                <a:solidFill>
                  <a:schemeClr val="dk2"/>
                </a:solidFill>
                <a:effectLst/>
                <a:uFillTx/>
                <a:latin typeface="Barlow"/>
                <a:ea typeface="Barlow"/>
              </a:defRPr>
            </a:lvl1pPr>
          </a:lstStyle>
          <a:p>
            <a:pPr indent="0" algn="ctr" defTabSz="914400">
              <a:lnSpc>
                <a:spcPct val="100000"/>
              </a:lnSpc>
              <a:buNone/>
              <a:tabLst>
                <a:tab pos="0" algn="l"/>
              </a:tabLst>
            </a:pPr>
            <a:fld id="{25DE0321-517C-46F0-9C43-C68A5D791FDA}" type="slidenum">
              <a:rPr lang="en" sz="800" b="0" u="none" strike="noStrike">
                <a:solidFill>
                  <a:schemeClr val="dk2"/>
                </a:solidFill>
                <a:effectLst/>
                <a:uFillTx/>
                <a:latin typeface="Barlow"/>
                <a:ea typeface="Barlow"/>
              </a:rPr>
              <a:t>‹#›</a:t>
            </a:fld>
            <a:endParaRPr lang="en-US" sz="800" b="0" u="none" strike="noStrike">
              <a:solidFill>
                <a:srgbClr val="000000"/>
              </a:solidFill>
              <a:effectLst/>
              <a:uFillTx/>
              <a:latin typeface="OpenSymbo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1"/>
        </a:solidFill>
        <a:effectLst/>
      </p:bgPr>
    </p:bg>
    <p:spTree>
      <p:nvGrpSpPr>
        <p:cNvPr id="1" name=""/>
        <p:cNvGrpSpPr/>
        <p:nvPr/>
      </p:nvGrpSpPr>
      <p:grpSpPr>
        <a:xfrm>
          <a:off x="0" y="0"/>
          <a:ext cx="0" cy="0"/>
          <a:chOff x="0" y="0"/>
          <a:chExt cx="0" cy="0"/>
        </a:xfrm>
      </p:grpSpPr>
      <p:sp>
        <p:nvSpPr>
          <p:cNvPr id="95" name="Google Shape;207;p21"/>
          <p:cNvSpPr/>
          <p:nvPr/>
        </p:nvSpPr>
        <p:spPr>
          <a:xfrm>
            <a:off x="8605080" y="4814280"/>
            <a:ext cx="312840" cy="201240"/>
          </a:xfrm>
          <a:prstGeom prst="ellipse">
            <a:avLst/>
          </a:prstGeom>
          <a:noFill/>
          <a:ln w="9525">
            <a:solidFill>
              <a:srgbClr val="532D22"/>
            </a:solidFill>
            <a:round/>
          </a:ln>
        </p:spPr>
        <p:style>
          <a:lnRef idx="0">
            <a:scrgbClr r="0" g="0" b="0"/>
          </a:lnRef>
          <a:fillRef idx="0">
            <a:scrgbClr r="0" g="0" b="0"/>
          </a:fillRef>
          <a:effectRef idx="0">
            <a:scrgbClr r="0" g="0" b="0"/>
          </a:effectRef>
          <a:fontRef idx="minor"/>
        </p:style>
        <p:txBody>
          <a:bodyPr tIns="70920" bIns="709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96" name="PlaceHolder 1"/>
          <p:cNvSpPr>
            <a:spLocks noGrp="1"/>
          </p:cNvSpPr>
          <p:nvPr>
            <p:ph type="sldNum" idx="12"/>
          </p:nvPr>
        </p:nvSpPr>
        <p:spPr>
          <a:xfrm>
            <a:off x="8598960" y="4839120"/>
            <a:ext cx="315720" cy="151560"/>
          </a:xfrm>
          <a:prstGeom prst="rect">
            <a:avLst/>
          </a:prstGeom>
          <a:noFill/>
          <a:ln w="0">
            <a:noFill/>
          </a:ln>
        </p:spPr>
        <p:txBody>
          <a:bodyPr lIns="91440" tIns="75600" rIns="91440" bIns="75600" anchor="ctr">
            <a:noAutofit/>
          </a:bodyPr>
          <a:lstStyle>
            <a:lvl1pPr indent="0" algn="ctr" defTabSz="914400">
              <a:lnSpc>
                <a:spcPct val="100000"/>
              </a:lnSpc>
              <a:buNone/>
              <a:tabLst>
                <a:tab pos="0" algn="l"/>
              </a:tabLst>
              <a:defRPr lang="en" sz="800" b="0" u="none" strike="noStrike">
                <a:solidFill>
                  <a:schemeClr val="dk1"/>
                </a:solidFill>
                <a:effectLst/>
                <a:uFillTx/>
                <a:latin typeface="Barlow"/>
                <a:ea typeface="Barlow"/>
              </a:defRPr>
            </a:lvl1pPr>
          </a:lstStyle>
          <a:p>
            <a:pPr indent="0" algn="ctr" defTabSz="914400">
              <a:lnSpc>
                <a:spcPct val="100000"/>
              </a:lnSpc>
              <a:buNone/>
              <a:tabLst>
                <a:tab pos="0" algn="l"/>
              </a:tabLst>
            </a:pPr>
            <a:fld id="{9DF2663A-1308-4943-88BC-19412B996AB9}" type="slidenum">
              <a:rPr lang="en" sz="800" b="0" u="none" strike="noStrike">
                <a:solidFill>
                  <a:schemeClr val="dk1"/>
                </a:solidFill>
                <a:effectLst/>
                <a:uFillTx/>
                <a:latin typeface="Barlow"/>
                <a:ea typeface="Barlow"/>
              </a:rPr>
              <a:t>‹#›</a:t>
            </a:fld>
            <a:endParaRPr lang="en-US" sz="800" b="0" u="none" strike="noStrike">
              <a:solidFill>
                <a:srgbClr val="000000"/>
              </a:solidFill>
              <a:effectLst/>
              <a:uFillTx/>
              <a:latin typeface="OpenSymbol"/>
            </a:endParaRPr>
          </a:p>
        </p:txBody>
      </p:sp>
      <p:cxnSp>
        <p:nvCxnSpPr>
          <p:cNvPr id="97" name="Google Shape;209;p21"/>
          <p:cNvCxnSpPr/>
          <p:nvPr/>
        </p:nvCxnSpPr>
        <p:spPr>
          <a:xfrm flipH="1">
            <a:off x="550800" y="228600"/>
            <a:ext cx="8367480" cy="360"/>
          </a:xfrm>
          <a:prstGeom prst="straightConnector1">
            <a:avLst/>
          </a:prstGeom>
          <a:ln w="9525">
            <a:solidFill>
              <a:srgbClr val="532D22"/>
            </a:solidFill>
            <a:round/>
          </a:ln>
        </p:spPr>
      </p:cxnSp>
      <p:cxnSp>
        <p:nvCxnSpPr>
          <p:cNvPr id="98" name="Google Shape;210;p21"/>
          <p:cNvCxnSpPr/>
          <p:nvPr/>
        </p:nvCxnSpPr>
        <p:spPr>
          <a:xfrm flipH="1">
            <a:off x="557280" y="4914720"/>
            <a:ext cx="7962480" cy="360"/>
          </a:xfrm>
          <a:prstGeom prst="straightConnector1">
            <a:avLst/>
          </a:prstGeom>
          <a:ln w="9525">
            <a:solidFill>
              <a:srgbClr val="532D22"/>
            </a:solidFill>
            <a:round/>
          </a:ln>
        </p:spPr>
      </p:cxnSp>
      <p:sp>
        <p:nvSpPr>
          <p:cNvPr id="99" name="Google Shape;211;p21"/>
          <p:cNvSpPr/>
          <p:nvPr/>
        </p:nvSpPr>
        <p:spPr>
          <a:xfrm>
            <a:off x="241560" y="4799520"/>
            <a:ext cx="236160" cy="230040"/>
          </a:xfrm>
          <a:custGeom>
            <a:avLst/>
            <a:gdLst>
              <a:gd name="textAreaLeft" fmla="*/ 0 w 236160"/>
              <a:gd name="textAreaRight" fmla="*/ 236520 w 236160"/>
              <a:gd name="textAreaTop" fmla="*/ 0 h 230040"/>
              <a:gd name="textAreaBottom" fmla="*/ 230400 h 230040"/>
            </a:gdLst>
            <a:ahLst/>
            <a:cxnLst/>
            <a:rect l="textAreaLeft" t="textAreaTop" r="textAreaRight" b="textAreaBottom"/>
            <a:pathLst>
              <a:path w="700373" h="683133">
                <a:moveTo>
                  <a:pt x="631031" y="547783"/>
                </a:moveTo>
                <a:cubicBezTo>
                  <a:pt x="532829" y="475679"/>
                  <a:pt x="481203" y="422910"/>
                  <a:pt x="478155" y="379762"/>
                </a:cubicBezTo>
                <a:cubicBezTo>
                  <a:pt x="506921" y="380619"/>
                  <a:pt x="545687" y="388525"/>
                  <a:pt x="595313" y="402336"/>
                </a:cubicBezTo>
                <a:cubicBezTo>
                  <a:pt x="544354" y="388144"/>
                  <a:pt x="506254" y="374523"/>
                  <a:pt x="480441" y="360045"/>
                </a:cubicBezTo>
                <a:cubicBezTo>
                  <a:pt x="493967" y="315754"/>
                  <a:pt x="566166" y="281273"/>
                  <a:pt x="700374" y="243840"/>
                </a:cubicBezTo>
                <a:cubicBezTo>
                  <a:pt x="575691" y="278606"/>
                  <a:pt x="499110" y="286988"/>
                  <a:pt x="463772" y="261080"/>
                </a:cubicBezTo>
                <a:cubicBezTo>
                  <a:pt x="481679" y="240506"/>
                  <a:pt x="509302" y="217075"/>
                  <a:pt x="546830" y="189547"/>
                </a:cubicBezTo>
                <a:cubicBezTo>
                  <a:pt x="508635" y="217646"/>
                  <a:pt x="477298" y="237458"/>
                  <a:pt x="451771" y="248698"/>
                </a:cubicBezTo>
                <a:cubicBezTo>
                  <a:pt x="425482" y="210598"/>
                  <a:pt x="446151" y="131254"/>
                  <a:pt x="506063" y="0"/>
                </a:cubicBezTo>
                <a:cubicBezTo>
                  <a:pt x="448151" y="126873"/>
                  <a:pt x="402908" y="193834"/>
                  <a:pt x="358331" y="201073"/>
                </a:cubicBezTo>
                <a:cubicBezTo>
                  <a:pt x="352616" y="174879"/>
                  <a:pt x="350234" y="139637"/>
                  <a:pt x="350234" y="94869"/>
                </a:cubicBezTo>
                <a:cubicBezTo>
                  <a:pt x="350234" y="139732"/>
                  <a:pt x="347853" y="174879"/>
                  <a:pt x="342138" y="201073"/>
                </a:cubicBezTo>
                <a:cubicBezTo>
                  <a:pt x="297561" y="193834"/>
                  <a:pt x="252222" y="126873"/>
                  <a:pt x="194405" y="0"/>
                </a:cubicBezTo>
                <a:cubicBezTo>
                  <a:pt x="254318" y="131159"/>
                  <a:pt x="274987" y="210598"/>
                  <a:pt x="248698" y="248698"/>
                </a:cubicBezTo>
                <a:cubicBezTo>
                  <a:pt x="223171" y="237458"/>
                  <a:pt x="191929" y="217551"/>
                  <a:pt x="153638" y="189547"/>
                </a:cubicBezTo>
                <a:cubicBezTo>
                  <a:pt x="191072" y="217075"/>
                  <a:pt x="218789" y="240506"/>
                  <a:pt x="236601" y="261080"/>
                </a:cubicBezTo>
                <a:cubicBezTo>
                  <a:pt x="201263" y="286988"/>
                  <a:pt x="124587" y="278606"/>
                  <a:pt x="0" y="243840"/>
                </a:cubicBezTo>
                <a:cubicBezTo>
                  <a:pt x="134208" y="281273"/>
                  <a:pt x="206502" y="315849"/>
                  <a:pt x="219933" y="360045"/>
                </a:cubicBezTo>
                <a:cubicBezTo>
                  <a:pt x="194120" y="374428"/>
                  <a:pt x="156020" y="388049"/>
                  <a:pt x="105061" y="402336"/>
                </a:cubicBezTo>
                <a:cubicBezTo>
                  <a:pt x="154686" y="388525"/>
                  <a:pt x="193453" y="380619"/>
                  <a:pt x="222218" y="379762"/>
                </a:cubicBezTo>
                <a:cubicBezTo>
                  <a:pt x="219170" y="422910"/>
                  <a:pt x="167545" y="475679"/>
                  <a:pt x="69342" y="547783"/>
                </a:cubicBezTo>
                <a:cubicBezTo>
                  <a:pt x="173450" y="471297"/>
                  <a:pt x="241745" y="437293"/>
                  <a:pt x="284893" y="450628"/>
                </a:cubicBezTo>
                <a:cubicBezTo>
                  <a:pt x="279654" y="480727"/>
                  <a:pt x="264795" y="521017"/>
                  <a:pt x="241078" y="573024"/>
                </a:cubicBezTo>
                <a:cubicBezTo>
                  <a:pt x="264509" y="521684"/>
                  <a:pt x="284988" y="484537"/>
                  <a:pt x="304133" y="461200"/>
                </a:cubicBezTo>
                <a:cubicBezTo>
                  <a:pt x="337947" y="489109"/>
                  <a:pt x="350234" y="561404"/>
                  <a:pt x="350234" y="683133"/>
                </a:cubicBezTo>
                <a:cubicBezTo>
                  <a:pt x="350234" y="561499"/>
                  <a:pt x="362522" y="489109"/>
                  <a:pt x="396335" y="461200"/>
                </a:cubicBezTo>
                <a:cubicBezTo>
                  <a:pt x="415481" y="484537"/>
                  <a:pt x="435959" y="521780"/>
                  <a:pt x="459391" y="573024"/>
                </a:cubicBezTo>
                <a:cubicBezTo>
                  <a:pt x="435674" y="521017"/>
                  <a:pt x="420719" y="480727"/>
                  <a:pt x="415576" y="450628"/>
                </a:cubicBezTo>
                <a:cubicBezTo>
                  <a:pt x="458724" y="437293"/>
                  <a:pt x="527018" y="471392"/>
                  <a:pt x="631127" y="54778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 name="Google Shape;212;p21"/>
          <p:cNvSpPr/>
          <p:nvPr/>
        </p:nvSpPr>
        <p:spPr>
          <a:xfrm>
            <a:off x="226080" y="109800"/>
            <a:ext cx="249120" cy="236880"/>
          </a:xfrm>
          <a:custGeom>
            <a:avLst/>
            <a:gdLst>
              <a:gd name="textAreaLeft" fmla="*/ 0 w 249120"/>
              <a:gd name="textAreaRight" fmla="*/ 249480 w 249120"/>
              <a:gd name="textAreaTop" fmla="*/ 0 h 236880"/>
              <a:gd name="textAreaBottom" fmla="*/ 237240 h 236880"/>
            </a:gdLst>
            <a:ahLst/>
            <a:cxnLst/>
            <a:rect l="textAreaLeft" t="textAreaTop" r="textAreaRight" b="textAreaBottom"/>
            <a:pathLst>
              <a:path w="627792" h="597026">
                <a:moveTo>
                  <a:pt x="313849" y="0"/>
                </a:moveTo>
                <a:cubicBezTo>
                  <a:pt x="313849" y="235172"/>
                  <a:pt x="247269" y="283559"/>
                  <a:pt x="0" y="228029"/>
                </a:cubicBezTo>
                <a:cubicBezTo>
                  <a:pt x="247269" y="283559"/>
                  <a:pt x="272701" y="361855"/>
                  <a:pt x="119920" y="597027"/>
                </a:cubicBezTo>
                <a:cubicBezTo>
                  <a:pt x="272701" y="361855"/>
                  <a:pt x="354997" y="361855"/>
                  <a:pt x="507873" y="597027"/>
                </a:cubicBezTo>
                <a:cubicBezTo>
                  <a:pt x="355092" y="361855"/>
                  <a:pt x="380428" y="283559"/>
                  <a:pt x="627793" y="228029"/>
                </a:cubicBezTo>
                <a:cubicBezTo>
                  <a:pt x="380524" y="283559"/>
                  <a:pt x="313944" y="235172"/>
                  <a:pt x="31394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lt1"/>
        </a:solidFill>
        <a:effectLst/>
      </p:bgPr>
    </p:bg>
    <p:spTree>
      <p:nvGrpSpPr>
        <p:cNvPr id="1" name=""/>
        <p:cNvGrpSpPr/>
        <p:nvPr/>
      </p:nvGrpSpPr>
      <p:grpSpPr>
        <a:xfrm>
          <a:off x="0" y="0"/>
          <a:ext cx="0" cy="0"/>
          <a:chOff x="0" y="0"/>
          <a:chExt cx="0" cy="0"/>
        </a:xfrm>
      </p:grpSpPr>
      <p:grpSp>
        <p:nvGrpSpPr>
          <p:cNvPr id="101" name="Google Shape;214;p22"/>
          <p:cNvGrpSpPr/>
          <p:nvPr/>
        </p:nvGrpSpPr>
        <p:grpSpPr>
          <a:xfrm>
            <a:off x="228600" y="109440"/>
            <a:ext cx="8707680" cy="4906080"/>
            <a:chOff x="228600" y="109440"/>
            <a:chExt cx="8707680" cy="4906080"/>
          </a:xfrm>
        </p:grpSpPr>
        <p:sp>
          <p:nvSpPr>
            <p:cNvPr id="102" name="Google Shape;215;p22"/>
            <p:cNvSpPr/>
            <p:nvPr/>
          </p:nvSpPr>
          <p:spPr>
            <a:xfrm>
              <a:off x="8605080" y="4814280"/>
              <a:ext cx="312840" cy="201240"/>
            </a:xfrm>
            <a:prstGeom prst="ellipse">
              <a:avLst/>
            </a:prstGeom>
            <a:noFill/>
            <a:ln w="9525">
              <a:solidFill>
                <a:srgbClr val="532D22"/>
              </a:solidFill>
              <a:round/>
            </a:ln>
          </p:spPr>
          <p:style>
            <a:lnRef idx="0">
              <a:scrgbClr r="0" g="0" b="0"/>
            </a:lnRef>
            <a:fillRef idx="0">
              <a:scrgbClr r="0" g="0" b="0"/>
            </a:fillRef>
            <a:effectRef idx="0">
              <a:scrgbClr r="0" g="0" b="0"/>
            </a:effectRef>
            <a:fontRef idx="minor"/>
          </p:style>
          <p:txBody>
            <a:bodyPr tIns="70920" bIns="709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3" name="Google Shape;216;p22"/>
            <p:cNvGrpSpPr/>
            <p:nvPr/>
          </p:nvGrpSpPr>
          <p:grpSpPr>
            <a:xfrm>
              <a:off x="228600" y="4813920"/>
              <a:ext cx="201240" cy="201240"/>
              <a:chOff x="228600" y="4813920"/>
              <a:chExt cx="201240" cy="201240"/>
            </a:xfrm>
          </p:grpSpPr>
          <p:sp>
            <p:nvSpPr>
              <p:cNvPr id="104" name="Google Shape;217;p22"/>
              <p:cNvSpPr/>
              <p:nvPr/>
            </p:nvSpPr>
            <p:spPr>
              <a:xfrm>
                <a:off x="228600" y="4813920"/>
                <a:ext cx="201240" cy="201240"/>
              </a:xfrm>
              <a:custGeom>
                <a:avLst/>
                <a:gdLst>
                  <a:gd name="textAreaLeft" fmla="*/ 0 w 201240"/>
                  <a:gd name="textAreaRight" fmla="*/ 201600 w 201240"/>
                  <a:gd name="textAreaTop" fmla="*/ 0 h 201240"/>
                  <a:gd name="textAreaBottom" fmla="*/ 201600 h 201240"/>
                </a:gdLst>
                <a:ahLst/>
                <a:cxnLst/>
                <a:rect l="textAreaLeft" t="textAreaTop" r="textAreaRight" b="textAreaBottom"/>
                <a:pathLst>
                  <a:path w="741806" h="741806">
                    <a:moveTo>
                      <a:pt x="741807" y="370904"/>
                    </a:moveTo>
                    <a:cubicBezTo>
                      <a:pt x="380429" y="376142"/>
                      <a:pt x="376142" y="380429"/>
                      <a:pt x="370904" y="741807"/>
                    </a:cubicBezTo>
                    <a:cubicBezTo>
                      <a:pt x="365665" y="380429"/>
                      <a:pt x="361379" y="376142"/>
                      <a:pt x="0" y="370904"/>
                    </a:cubicBezTo>
                    <a:cubicBezTo>
                      <a:pt x="361379" y="365665"/>
                      <a:pt x="365665" y="361379"/>
                      <a:pt x="370904" y="0"/>
                    </a:cubicBezTo>
                    <a:cubicBezTo>
                      <a:pt x="376142" y="361379"/>
                      <a:pt x="380429" y="365665"/>
                      <a:pt x="741807" y="37090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 name="Google Shape;218;p22"/>
              <p:cNvSpPr/>
              <p:nvPr/>
            </p:nvSpPr>
            <p:spPr>
              <a:xfrm>
                <a:off x="228600" y="4813920"/>
                <a:ext cx="201240" cy="201240"/>
              </a:xfrm>
              <a:custGeom>
                <a:avLst/>
                <a:gdLst>
                  <a:gd name="textAreaLeft" fmla="*/ 0 w 201240"/>
                  <a:gd name="textAreaRight" fmla="*/ 201600 w 201240"/>
                  <a:gd name="textAreaTop" fmla="*/ 0 h 201240"/>
                  <a:gd name="textAreaBottom" fmla="*/ 201600 h 201240"/>
                </a:gdLst>
                <a:ahLst/>
                <a:cxnLst/>
                <a:rect l="textAreaLeft" t="textAreaTop" r="textAreaRight" b="textAreaBottom"/>
                <a:pathLst>
                  <a:path w="741806" h="741806">
                    <a:moveTo>
                      <a:pt x="741807" y="370904"/>
                    </a:moveTo>
                    <a:cubicBezTo>
                      <a:pt x="380429" y="376142"/>
                      <a:pt x="376142" y="380429"/>
                      <a:pt x="370904" y="741807"/>
                    </a:cubicBezTo>
                    <a:cubicBezTo>
                      <a:pt x="365665" y="380429"/>
                      <a:pt x="361379" y="376142"/>
                      <a:pt x="0" y="370904"/>
                    </a:cubicBezTo>
                    <a:cubicBezTo>
                      <a:pt x="361379" y="365665"/>
                      <a:pt x="365665" y="361379"/>
                      <a:pt x="370904" y="0"/>
                    </a:cubicBezTo>
                    <a:cubicBezTo>
                      <a:pt x="376142" y="361379"/>
                      <a:pt x="380429" y="365665"/>
                      <a:pt x="741807" y="37090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06" name="Google Shape;219;p22"/>
            <p:cNvCxnSpPr/>
            <p:nvPr/>
          </p:nvCxnSpPr>
          <p:spPr>
            <a:xfrm flipH="1">
              <a:off x="557280" y="4914720"/>
              <a:ext cx="7962480" cy="360"/>
            </a:xfrm>
            <a:prstGeom prst="straightConnector1">
              <a:avLst/>
            </a:prstGeom>
            <a:ln w="9525">
              <a:solidFill>
                <a:srgbClr val="532D22"/>
              </a:solidFill>
              <a:round/>
            </a:ln>
          </p:spPr>
        </p:cxnSp>
        <p:cxnSp>
          <p:nvCxnSpPr>
            <p:cNvPr id="107" name="Google Shape;220;p22"/>
            <p:cNvCxnSpPr/>
            <p:nvPr/>
          </p:nvCxnSpPr>
          <p:spPr>
            <a:xfrm flipH="1">
              <a:off x="234720" y="228600"/>
              <a:ext cx="8367480" cy="360"/>
            </a:xfrm>
            <a:prstGeom prst="straightConnector1">
              <a:avLst/>
            </a:prstGeom>
            <a:ln w="9525">
              <a:solidFill>
                <a:srgbClr val="532D22"/>
              </a:solidFill>
              <a:round/>
            </a:ln>
          </p:spPr>
        </p:cxnSp>
        <p:sp>
          <p:nvSpPr>
            <p:cNvPr id="108" name="Google Shape;221;p22"/>
            <p:cNvSpPr/>
            <p:nvPr/>
          </p:nvSpPr>
          <p:spPr>
            <a:xfrm>
              <a:off x="8691840" y="109440"/>
              <a:ext cx="244440" cy="244440"/>
            </a:xfrm>
            <a:custGeom>
              <a:avLst/>
              <a:gdLst>
                <a:gd name="textAreaLeft" fmla="*/ 0 w 244440"/>
                <a:gd name="textAreaRight" fmla="*/ 244800 w 244440"/>
                <a:gd name="textAreaTop" fmla="*/ 0 h 244440"/>
                <a:gd name="textAreaBottom" fmla="*/ 244800 h 244440"/>
              </a:gdLst>
              <a:ahLst/>
              <a:cxnLst/>
              <a:rect l="textAreaLeft" t="textAreaTop" r="textAreaRight" b="textAreaBottom"/>
              <a:pathLst>
                <a:path w="741807" h="741807">
                  <a:moveTo>
                    <a:pt x="307943" y="328613"/>
                  </a:moveTo>
                  <a:cubicBezTo>
                    <a:pt x="258223" y="366236"/>
                    <a:pt x="167450" y="368427"/>
                    <a:pt x="0" y="370904"/>
                  </a:cubicBezTo>
                  <a:cubicBezTo>
                    <a:pt x="167450" y="373380"/>
                    <a:pt x="258223" y="375571"/>
                    <a:pt x="307943" y="413195"/>
                  </a:cubicBezTo>
                  <a:cubicBezTo>
                    <a:pt x="289560" y="448628"/>
                    <a:pt x="249460" y="490538"/>
                    <a:pt x="187357" y="554450"/>
                  </a:cubicBezTo>
                  <a:cubicBezTo>
                    <a:pt x="251270" y="492347"/>
                    <a:pt x="293180" y="452247"/>
                    <a:pt x="328613" y="433864"/>
                  </a:cubicBezTo>
                  <a:cubicBezTo>
                    <a:pt x="366236" y="483584"/>
                    <a:pt x="368427" y="574358"/>
                    <a:pt x="370904" y="741807"/>
                  </a:cubicBezTo>
                  <a:cubicBezTo>
                    <a:pt x="373380" y="574358"/>
                    <a:pt x="375571" y="483680"/>
                    <a:pt x="413195" y="433864"/>
                  </a:cubicBezTo>
                  <a:cubicBezTo>
                    <a:pt x="448628" y="452247"/>
                    <a:pt x="490538" y="492347"/>
                    <a:pt x="554450" y="554450"/>
                  </a:cubicBezTo>
                  <a:cubicBezTo>
                    <a:pt x="492347" y="490538"/>
                    <a:pt x="452247" y="448628"/>
                    <a:pt x="433864" y="413195"/>
                  </a:cubicBezTo>
                  <a:cubicBezTo>
                    <a:pt x="483584" y="375571"/>
                    <a:pt x="574358" y="373380"/>
                    <a:pt x="741807" y="370904"/>
                  </a:cubicBezTo>
                  <a:cubicBezTo>
                    <a:pt x="574358" y="368427"/>
                    <a:pt x="483680" y="366236"/>
                    <a:pt x="433864" y="328613"/>
                  </a:cubicBezTo>
                  <a:cubicBezTo>
                    <a:pt x="452247" y="293180"/>
                    <a:pt x="492347" y="251270"/>
                    <a:pt x="554450" y="187357"/>
                  </a:cubicBezTo>
                  <a:cubicBezTo>
                    <a:pt x="490538" y="249460"/>
                    <a:pt x="448628" y="289560"/>
                    <a:pt x="413195" y="307943"/>
                  </a:cubicBezTo>
                  <a:cubicBezTo>
                    <a:pt x="375571" y="258223"/>
                    <a:pt x="373380" y="167450"/>
                    <a:pt x="370904" y="0"/>
                  </a:cubicBezTo>
                  <a:cubicBezTo>
                    <a:pt x="368427" y="167450"/>
                    <a:pt x="366236" y="258128"/>
                    <a:pt x="328613" y="307943"/>
                  </a:cubicBezTo>
                  <a:cubicBezTo>
                    <a:pt x="293180" y="289560"/>
                    <a:pt x="251270" y="249460"/>
                    <a:pt x="187357" y="187357"/>
                  </a:cubicBezTo>
                  <a:cubicBezTo>
                    <a:pt x="249460" y="251270"/>
                    <a:pt x="289560" y="293180"/>
                    <a:pt x="307943" y="32861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9" name="PlaceHolder 1"/>
          <p:cNvSpPr>
            <a:spLocks noGrp="1"/>
          </p:cNvSpPr>
          <p:nvPr>
            <p:ph type="sldNum" idx="13"/>
          </p:nvPr>
        </p:nvSpPr>
        <p:spPr>
          <a:xfrm>
            <a:off x="8598960" y="4839120"/>
            <a:ext cx="315720" cy="151560"/>
          </a:xfrm>
          <a:prstGeom prst="rect">
            <a:avLst/>
          </a:prstGeom>
          <a:noFill/>
          <a:ln w="0">
            <a:noFill/>
          </a:ln>
        </p:spPr>
        <p:txBody>
          <a:bodyPr lIns="91440" tIns="75600" rIns="91440" bIns="75600" anchor="ctr">
            <a:noAutofit/>
          </a:bodyPr>
          <a:lstStyle>
            <a:lvl1pPr indent="0" algn="ctr" defTabSz="914400">
              <a:lnSpc>
                <a:spcPct val="100000"/>
              </a:lnSpc>
              <a:buNone/>
              <a:tabLst>
                <a:tab pos="0" algn="l"/>
              </a:tabLst>
              <a:defRPr lang="en" sz="800" b="0" u="none" strike="noStrike">
                <a:solidFill>
                  <a:schemeClr val="dk1"/>
                </a:solidFill>
                <a:effectLst/>
                <a:uFillTx/>
                <a:latin typeface="Barlow"/>
                <a:ea typeface="Barlow"/>
              </a:defRPr>
            </a:lvl1pPr>
          </a:lstStyle>
          <a:p>
            <a:pPr indent="0" algn="ctr" defTabSz="914400">
              <a:lnSpc>
                <a:spcPct val="100000"/>
              </a:lnSpc>
              <a:buNone/>
              <a:tabLst>
                <a:tab pos="0" algn="l"/>
              </a:tabLst>
            </a:pPr>
            <a:fld id="{AEAE3BEE-A5D5-4864-AAED-CD8A3095F3FD}" type="slidenum">
              <a:rPr lang="en" sz="800" b="0" u="none" strike="noStrike">
                <a:solidFill>
                  <a:schemeClr val="dk1"/>
                </a:solidFill>
                <a:effectLst/>
                <a:uFillTx/>
                <a:latin typeface="Barlow"/>
                <a:ea typeface="Barlow"/>
              </a:rPr>
              <a:t>‹#›</a:t>
            </a:fld>
            <a:endParaRPr lang="en-US" sz="800" b="0" u="none" strike="noStrike">
              <a:solidFill>
                <a:srgbClr val="000000"/>
              </a:solidFill>
              <a:effectLst/>
              <a:uFillTx/>
              <a:latin typeface="OpenSymbo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110" name="Google Shape;21;p4"/>
          <p:cNvSpPr/>
          <p:nvPr/>
        </p:nvSpPr>
        <p:spPr>
          <a:xfrm>
            <a:off x="8605080" y="4814280"/>
            <a:ext cx="312840" cy="201240"/>
          </a:xfrm>
          <a:prstGeom prst="ellipse">
            <a:avLst/>
          </a:prstGeom>
          <a:noFill/>
          <a:ln w="9525">
            <a:solidFill>
              <a:srgbClr val="532D22"/>
            </a:solidFill>
            <a:round/>
          </a:ln>
        </p:spPr>
        <p:style>
          <a:lnRef idx="0">
            <a:scrgbClr r="0" g="0" b="0"/>
          </a:lnRef>
          <a:fillRef idx="0">
            <a:scrgbClr r="0" g="0" b="0"/>
          </a:fillRef>
          <a:effectRef idx="0">
            <a:scrgbClr r="0" g="0" b="0"/>
          </a:effectRef>
          <a:fontRef idx="minor"/>
        </p:style>
        <p:txBody>
          <a:bodyPr tIns="70920" bIns="709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11" name="Google Shape;22;p4"/>
          <p:cNvCxnSpPr/>
          <p:nvPr/>
        </p:nvCxnSpPr>
        <p:spPr>
          <a:xfrm flipH="1">
            <a:off x="550800" y="228600"/>
            <a:ext cx="8367480" cy="360"/>
          </a:xfrm>
          <a:prstGeom prst="straightConnector1">
            <a:avLst/>
          </a:prstGeom>
          <a:ln w="9525">
            <a:solidFill>
              <a:srgbClr val="532D22"/>
            </a:solidFill>
            <a:round/>
          </a:ln>
        </p:spPr>
      </p:cxnSp>
      <p:cxnSp>
        <p:nvCxnSpPr>
          <p:cNvPr id="112" name="Google Shape;23;p4"/>
          <p:cNvCxnSpPr/>
          <p:nvPr/>
        </p:nvCxnSpPr>
        <p:spPr>
          <a:xfrm flipH="1">
            <a:off x="557280" y="4914720"/>
            <a:ext cx="7962480" cy="360"/>
          </a:xfrm>
          <a:prstGeom prst="straightConnector1">
            <a:avLst/>
          </a:prstGeom>
          <a:ln w="9525">
            <a:solidFill>
              <a:srgbClr val="532D22"/>
            </a:solidFill>
            <a:round/>
          </a:ln>
        </p:spPr>
      </p:cxnSp>
      <p:sp>
        <p:nvSpPr>
          <p:cNvPr id="113" name="Google Shape;24;p4"/>
          <p:cNvSpPr/>
          <p:nvPr/>
        </p:nvSpPr>
        <p:spPr>
          <a:xfrm>
            <a:off x="241560" y="4799520"/>
            <a:ext cx="236160" cy="230040"/>
          </a:xfrm>
          <a:custGeom>
            <a:avLst/>
            <a:gdLst>
              <a:gd name="textAreaLeft" fmla="*/ 0 w 236160"/>
              <a:gd name="textAreaRight" fmla="*/ 236520 w 236160"/>
              <a:gd name="textAreaTop" fmla="*/ 0 h 230040"/>
              <a:gd name="textAreaBottom" fmla="*/ 230400 h 230040"/>
            </a:gdLst>
            <a:ahLst/>
            <a:cxnLst/>
            <a:rect l="textAreaLeft" t="textAreaTop" r="textAreaRight" b="textAreaBottom"/>
            <a:pathLst>
              <a:path w="700373" h="683133">
                <a:moveTo>
                  <a:pt x="631031" y="547783"/>
                </a:moveTo>
                <a:cubicBezTo>
                  <a:pt x="532829" y="475679"/>
                  <a:pt x="481203" y="422910"/>
                  <a:pt x="478155" y="379762"/>
                </a:cubicBezTo>
                <a:cubicBezTo>
                  <a:pt x="506921" y="380619"/>
                  <a:pt x="545687" y="388525"/>
                  <a:pt x="595313" y="402336"/>
                </a:cubicBezTo>
                <a:cubicBezTo>
                  <a:pt x="544354" y="388144"/>
                  <a:pt x="506254" y="374523"/>
                  <a:pt x="480441" y="360045"/>
                </a:cubicBezTo>
                <a:cubicBezTo>
                  <a:pt x="493967" y="315754"/>
                  <a:pt x="566166" y="281273"/>
                  <a:pt x="700374" y="243840"/>
                </a:cubicBezTo>
                <a:cubicBezTo>
                  <a:pt x="575691" y="278606"/>
                  <a:pt x="499110" y="286988"/>
                  <a:pt x="463772" y="261080"/>
                </a:cubicBezTo>
                <a:cubicBezTo>
                  <a:pt x="481679" y="240506"/>
                  <a:pt x="509302" y="217075"/>
                  <a:pt x="546830" y="189547"/>
                </a:cubicBezTo>
                <a:cubicBezTo>
                  <a:pt x="508635" y="217646"/>
                  <a:pt x="477298" y="237458"/>
                  <a:pt x="451771" y="248698"/>
                </a:cubicBezTo>
                <a:cubicBezTo>
                  <a:pt x="425482" y="210598"/>
                  <a:pt x="446151" y="131254"/>
                  <a:pt x="506063" y="0"/>
                </a:cubicBezTo>
                <a:cubicBezTo>
                  <a:pt x="448151" y="126873"/>
                  <a:pt x="402908" y="193834"/>
                  <a:pt x="358331" y="201073"/>
                </a:cubicBezTo>
                <a:cubicBezTo>
                  <a:pt x="352616" y="174879"/>
                  <a:pt x="350234" y="139637"/>
                  <a:pt x="350234" y="94869"/>
                </a:cubicBezTo>
                <a:cubicBezTo>
                  <a:pt x="350234" y="139732"/>
                  <a:pt x="347853" y="174879"/>
                  <a:pt x="342138" y="201073"/>
                </a:cubicBezTo>
                <a:cubicBezTo>
                  <a:pt x="297561" y="193834"/>
                  <a:pt x="252222" y="126873"/>
                  <a:pt x="194405" y="0"/>
                </a:cubicBezTo>
                <a:cubicBezTo>
                  <a:pt x="254318" y="131159"/>
                  <a:pt x="274987" y="210598"/>
                  <a:pt x="248698" y="248698"/>
                </a:cubicBezTo>
                <a:cubicBezTo>
                  <a:pt x="223171" y="237458"/>
                  <a:pt x="191929" y="217551"/>
                  <a:pt x="153638" y="189547"/>
                </a:cubicBezTo>
                <a:cubicBezTo>
                  <a:pt x="191072" y="217075"/>
                  <a:pt x="218789" y="240506"/>
                  <a:pt x="236601" y="261080"/>
                </a:cubicBezTo>
                <a:cubicBezTo>
                  <a:pt x="201263" y="286988"/>
                  <a:pt x="124587" y="278606"/>
                  <a:pt x="0" y="243840"/>
                </a:cubicBezTo>
                <a:cubicBezTo>
                  <a:pt x="134208" y="281273"/>
                  <a:pt x="206502" y="315849"/>
                  <a:pt x="219933" y="360045"/>
                </a:cubicBezTo>
                <a:cubicBezTo>
                  <a:pt x="194120" y="374428"/>
                  <a:pt x="156020" y="388049"/>
                  <a:pt x="105061" y="402336"/>
                </a:cubicBezTo>
                <a:cubicBezTo>
                  <a:pt x="154686" y="388525"/>
                  <a:pt x="193453" y="380619"/>
                  <a:pt x="222218" y="379762"/>
                </a:cubicBezTo>
                <a:cubicBezTo>
                  <a:pt x="219170" y="422910"/>
                  <a:pt x="167545" y="475679"/>
                  <a:pt x="69342" y="547783"/>
                </a:cubicBezTo>
                <a:cubicBezTo>
                  <a:pt x="173450" y="471297"/>
                  <a:pt x="241745" y="437293"/>
                  <a:pt x="284893" y="450628"/>
                </a:cubicBezTo>
                <a:cubicBezTo>
                  <a:pt x="279654" y="480727"/>
                  <a:pt x="264795" y="521017"/>
                  <a:pt x="241078" y="573024"/>
                </a:cubicBezTo>
                <a:cubicBezTo>
                  <a:pt x="264509" y="521684"/>
                  <a:pt x="284988" y="484537"/>
                  <a:pt x="304133" y="461200"/>
                </a:cubicBezTo>
                <a:cubicBezTo>
                  <a:pt x="337947" y="489109"/>
                  <a:pt x="350234" y="561404"/>
                  <a:pt x="350234" y="683133"/>
                </a:cubicBezTo>
                <a:cubicBezTo>
                  <a:pt x="350234" y="561499"/>
                  <a:pt x="362522" y="489109"/>
                  <a:pt x="396335" y="461200"/>
                </a:cubicBezTo>
                <a:cubicBezTo>
                  <a:pt x="415481" y="484537"/>
                  <a:pt x="435959" y="521780"/>
                  <a:pt x="459391" y="573024"/>
                </a:cubicBezTo>
                <a:cubicBezTo>
                  <a:pt x="435674" y="521017"/>
                  <a:pt x="420719" y="480727"/>
                  <a:pt x="415576" y="450628"/>
                </a:cubicBezTo>
                <a:cubicBezTo>
                  <a:pt x="458724" y="437293"/>
                  <a:pt x="527018" y="471392"/>
                  <a:pt x="631127" y="54778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 name="Google Shape;25;p4"/>
          <p:cNvSpPr/>
          <p:nvPr/>
        </p:nvSpPr>
        <p:spPr>
          <a:xfrm>
            <a:off x="226080" y="109800"/>
            <a:ext cx="249120" cy="236880"/>
          </a:xfrm>
          <a:custGeom>
            <a:avLst/>
            <a:gdLst>
              <a:gd name="textAreaLeft" fmla="*/ 0 w 249120"/>
              <a:gd name="textAreaRight" fmla="*/ 249480 w 249120"/>
              <a:gd name="textAreaTop" fmla="*/ 0 h 236880"/>
              <a:gd name="textAreaBottom" fmla="*/ 237240 h 236880"/>
            </a:gdLst>
            <a:ahLst/>
            <a:cxnLst/>
            <a:rect l="textAreaLeft" t="textAreaTop" r="textAreaRight" b="textAreaBottom"/>
            <a:pathLst>
              <a:path w="627792" h="597026">
                <a:moveTo>
                  <a:pt x="313849" y="0"/>
                </a:moveTo>
                <a:cubicBezTo>
                  <a:pt x="313849" y="235172"/>
                  <a:pt x="247269" y="283559"/>
                  <a:pt x="0" y="228029"/>
                </a:cubicBezTo>
                <a:cubicBezTo>
                  <a:pt x="247269" y="283559"/>
                  <a:pt x="272701" y="361855"/>
                  <a:pt x="119920" y="597027"/>
                </a:cubicBezTo>
                <a:cubicBezTo>
                  <a:pt x="272701" y="361855"/>
                  <a:pt x="354997" y="361855"/>
                  <a:pt x="507873" y="597027"/>
                </a:cubicBezTo>
                <a:cubicBezTo>
                  <a:pt x="355092" y="361855"/>
                  <a:pt x="380428" y="283559"/>
                  <a:pt x="627793" y="228029"/>
                </a:cubicBezTo>
                <a:cubicBezTo>
                  <a:pt x="380524" y="283559"/>
                  <a:pt x="313944" y="235172"/>
                  <a:pt x="31394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 name="PlaceHolder 1"/>
          <p:cNvSpPr>
            <a:spLocks noGrp="1"/>
          </p:cNvSpPr>
          <p:nvPr>
            <p:ph type="title"/>
          </p:nvPr>
        </p:nvSpPr>
        <p:spPr>
          <a:xfrm>
            <a:off x="228600" y="152280"/>
            <a:ext cx="7884360" cy="53604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16" name="PlaceHolder 2"/>
          <p:cNvSpPr>
            <a:spLocks noGrp="1"/>
          </p:cNvSpPr>
          <p:nvPr>
            <p:ph type="body"/>
          </p:nvPr>
        </p:nvSpPr>
        <p:spPr>
          <a:xfrm>
            <a:off x="720000" y="1152360"/>
            <a:ext cx="7703640" cy="34160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117" name="PlaceHolder 3"/>
          <p:cNvSpPr>
            <a:spLocks noGrp="1"/>
          </p:cNvSpPr>
          <p:nvPr>
            <p:ph type="sldNum" idx="14"/>
          </p:nvPr>
        </p:nvSpPr>
        <p:spPr>
          <a:xfrm>
            <a:off x="8598960" y="4839120"/>
            <a:ext cx="315720" cy="151560"/>
          </a:xfrm>
          <a:prstGeom prst="rect">
            <a:avLst/>
          </a:prstGeom>
          <a:noFill/>
          <a:ln w="0">
            <a:noFill/>
          </a:ln>
        </p:spPr>
        <p:txBody>
          <a:bodyPr lIns="91440" tIns="75600" rIns="91440" bIns="75600" anchor="ctr">
            <a:noAutofit/>
          </a:bodyPr>
          <a:lstStyle>
            <a:lvl1pPr indent="0" algn="ctr" defTabSz="914400">
              <a:lnSpc>
                <a:spcPct val="100000"/>
              </a:lnSpc>
              <a:buNone/>
              <a:tabLst>
                <a:tab pos="0" algn="l"/>
              </a:tabLst>
              <a:defRPr lang="en" sz="800" b="0" u="none" strike="noStrike">
                <a:solidFill>
                  <a:schemeClr val="dk1"/>
                </a:solidFill>
                <a:effectLst/>
                <a:uFillTx/>
                <a:latin typeface="Barlow"/>
                <a:ea typeface="Barlow"/>
              </a:defRPr>
            </a:lvl1pPr>
          </a:lstStyle>
          <a:p>
            <a:pPr indent="0" algn="ctr" defTabSz="914400">
              <a:lnSpc>
                <a:spcPct val="100000"/>
              </a:lnSpc>
              <a:buNone/>
              <a:tabLst>
                <a:tab pos="0" algn="l"/>
              </a:tabLst>
            </a:pPr>
            <a:fld id="{8E291D15-C7E3-468E-909A-A6BCBFF38719}" type="slidenum">
              <a:rPr lang="en" sz="800" b="0" u="none" strike="noStrike">
                <a:solidFill>
                  <a:schemeClr val="dk1"/>
                </a:solidFill>
                <a:effectLst/>
                <a:uFillTx/>
                <a:latin typeface="Barlow"/>
                <a:ea typeface="Barlow"/>
              </a:rPr>
              <a:t>‹#›</a:t>
            </a:fld>
            <a:endParaRPr lang="en-US" sz="800" b="0" u="none" strike="noStrike">
              <a:solidFill>
                <a:srgbClr val="000000"/>
              </a:solidFill>
              <a:effectLst/>
              <a:uFillTx/>
              <a:latin typeface="OpenSymbo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grpSp>
        <p:nvGrpSpPr>
          <p:cNvPr id="118" name="Google Shape;30;p5"/>
          <p:cNvGrpSpPr/>
          <p:nvPr/>
        </p:nvGrpSpPr>
        <p:grpSpPr>
          <a:xfrm>
            <a:off x="226080" y="109800"/>
            <a:ext cx="8691840" cy="4919760"/>
            <a:chOff x="226080" y="109800"/>
            <a:chExt cx="8691840" cy="4919760"/>
          </a:xfrm>
        </p:grpSpPr>
        <p:sp>
          <p:nvSpPr>
            <p:cNvPr id="119" name="Google Shape;31;p5"/>
            <p:cNvSpPr/>
            <p:nvPr/>
          </p:nvSpPr>
          <p:spPr>
            <a:xfrm>
              <a:off x="8605080" y="4814280"/>
              <a:ext cx="312840" cy="201240"/>
            </a:xfrm>
            <a:prstGeom prst="ellipse">
              <a:avLst/>
            </a:prstGeom>
            <a:noFill/>
            <a:ln w="9525">
              <a:solidFill>
                <a:srgbClr val="532D22"/>
              </a:solidFill>
              <a:round/>
            </a:ln>
          </p:spPr>
          <p:style>
            <a:lnRef idx="0">
              <a:scrgbClr r="0" g="0" b="0"/>
            </a:lnRef>
            <a:fillRef idx="0">
              <a:scrgbClr r="0" g="0" b="0"/>
            </a:fillRef>
            <a:effectRef idx="0">
              <a:scrgbClr r="0" g="0" b="0"/>
            </a:effectRef>
            <a:fontRef idx="minor"/>
          </p:style>
          <p:txBody>
            <a:bodyPr tIns="70920" bIns="709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20" name="Google Shape;32;p5"/>
            <p:cNvCxnSpPr/>
            <p:nvPr/>
          </p:nvCxnSpPr>
          <p:spPr>
            <a:xfrm flipH="1">
              <a:off x="550800" y="228600"/>
              <a:ext cx="8367480" cy="360"/>
            </a:xfrm>
            <a:prstGeom prst="straightConnector1">
              <a:avLst/>
            </a:prstGeom>
            <a:ln w="9525">
              <a:solidFill>
                <a:srgbClr val="532D22"/>
              </a:solidFill>
              <a:round/>
            </a:ln>
          </p:spPr>
        </p:cxnSp>
        <p:cxnSp>
          <p:nvCxnSpPr>
            <p:cNvPr id="121" name="Google Shape;33;p5"/>
            <p:cNvCxnSpPr/>
            <p:nvPr/>
          </p:nvCxnSpPr>
          <p:spPr>
            <a:xfrm flipH="1">
              <a:off x="557280" y="4914720"/>
              <a:ext cx="7962480" cy="360"/>
            </a:xfrm>
            <a:prstGeom prst="straightConnector1">
              <a:avLst/>
            </a:prstGeom>
            <a:ln w="9525">
              <a:solidFill>
                <a:srgbClr val="532D22"/>
              </a:solidFill>
              <a:round/>
            </a:ln>
          </p:spPr>
        </p:cxnSp>
        <p:sp>
          <p:nvSpPr>
            <p:cNvPr id="122" name="Google Shape;34;p5"/>
            <p:cNvSpPr/>
            <p:nvPr/>
          </p:nvSpPr>
          <p:spPr>
            <a:xfrm>
              <a:off x="241560" y="4799520"/>
              <a:ext cx="236160" cy="230040"/>
            </a:xfrm>
            <a:custGeom>
              <a:avLst/>
              <a:gdLst>
                <a:gd name="textAreaLeft" fmla="*/ 0 w 236160"/>
                <a:gd name="textAreaRight" fmla="*/ 236520 w 236160"/>
                <a:gd name="textAreaTop" fmla="*/ 0 h 230040"/>
                <a:gd name="textAreaBottom" fmla="*/ 230400 h 230040"/>
              </a:gdLst>
              <a:ahLst/>
              <a:cxnLst/>
              <a:rect l="textAreaLeft" t="textAreaTop" r="textAreaRight" b="textAreaBottom"/>
              <a:pathLst>
                <a:path w="700373" h="683133">
                  <a:moveTo>
                    <a:pt x="631031" y="547783"/>
                  </a:moveTo>
                  <a:cubicBezTo>
                    <a:pt x="532829" y="475679"/>
                    <a:pt x="481203" y="422910"/>
                    <a:pt x="478155" y="379762"/>
                  </a:cubicBezTo>
                  <a:cubicBezTo>
                    <a:pt x="506921" y="380619"/>
                    <a:pt x="545687" y="388525"/>
                    <a:pt x="595313" y="402336"/>
                  </a:cubicBezTo>
                  <a:cubicBezTo>
                    <a:pt x="544354" y="388144"/>
                    <a:pt x="506254" y="374523"/>
                    <a:pt x="480441" y="360045"/>
                  </a:cubicBezTo>
                  <a:cubicBezTo>
                    <a:pt x="493967" y="315754"/>
                    <a:pt x="566166" y="281273"/>
                    <a:pt x="700374" y="243840"/>
                  </a:cubicBezTo>
                  <a:cubicBezTo>
                    <a:pt x="575691" y="278606"/>
                    <a:pt x="499110" y="286988"/>
                    <a:pt x="463772" y="261080"/>
                  </a:cubicBezTo>
                  <a:cubicBezTo>
                    <a:pt x="481679" y="240506"/>
                    <a:pt x="509302" y="217075"/>
                    <a:pt x="546830" y="189547"/>
                  </a:cubicBezTo>
                  <a:cubicBezTo>
                    <a:pt x="508635" y="217646"/>
                    <a:pt x="477298" y="237458"/>
                    <a:pt x="451771" y="248698"/>
                  </a:cubicBezTo>
                  <a:cubicBezTo>
                    <a:pt x="425482" y="210598"/>
                    <a:pt x="446151" y="131254"/>
                    <a:pt x="506063" y="0"/>
                  </a:cubicBezTo>
                  <a:cubicBezTo>
                    <a:pt x="448151" y="126873"/>
                    <a:pt x="402908" y="193834"/>
                    <a:pt x="358331" y="201073"/>
                  </a:cubicBezTo>
                  <a:cubicBezTo>
                    <a:pt x="352616" y="174879"/>
                    <a:pt x="350234" y="139637"/>
                    <a:pt x="350234" y="94869"/>
                  </a:cubicBezTo>
                  <a:cubicBezTo>
                    <a:pt x="350234" y="139732"/>
                    <a:pt x="347853" y="174879"/>
                    <a:pt x="342138" y="201073"/>
                  </a:cubicBezTo>
                  <a:cubicBezTo>
                    <a:pt x="297561" y="193834"/>
                    <a:pt x="252222" y="126873"/>
                    <a:pt x="194405" y="0"/>
                  </a:cubicBezTo>
                  <a:cubicBezTo>
                    <a:pt x="254318" y="131159"/>
                    <a:pt x="274987" y="210598"/>
                    <a:pt x="248698" y="248698"/>
                  </a:cubicBezTo>
                  <a:cubicBezTo>
                    <a:pt x="223171" y="237458"/>
                    <a:pt x="191929" y="217551"/>
                    <a:pt x="153638" y="189547"/>
                  </a:cubicBezTo>
                  <a:cubicBezTo>
                    <a:pt x="191072" y="217075"/>
                    <a:pt x="218789" y="240506"/>
                    <a:pt x="236601" y="261080"/>
                  </a:cubicBezTo>
                  <a:cubicBezTo>
                    <a:pt x="201263" y="286988"/>
                    <a:pt x="124587" y="278606"/>
                    <a:pt x="0" y="243840"/>
                  </a:cubicBezTo>
                  <a:cubicBezTo>
                    <a:pt x="134208" y="281273"/>
                    <a:pt x="206502" y="315849"/>
                    <a:pt x="219933" y="360045"/>
                  </a:cubicBezTo>
                  <a:cubicBezTo>
                    <a:pt x="194120" y="374428"/>
                    <a:pt x="156020" y="388049"/>
                    <a:pt x="105061" y="402336"/>
                  </a:cubicBezTo>
                  <a:cubicBezTo>
                    <a:pt x="154686" y="388525"/>
                    <a:pt x="193453" y="380619"/>
                    <a:pt x="222218" y="379762"/>
                  </a:cubicBezTo>
                  <a:cubicBezTo>
                    <a:pt x="219170" y="422910"/>
                    <a:pt x="167545" y="475679"/>
                    <a:pt x="69342" y="547783"/>
                  </a:cubicBezTo>
                  <a:cubicBezTo>
                    <a:pt x="173450" y="471297"/>
                    <a:pt x="241745" y="437293"/>
                    <a:pt x="284893" y="450628"/>
                  </a:cubicBezTo>
                  <a:cubicBezTo>
                    <a:pt x="279654" y="480727"/>
                    <a:pt x="264795" y="521017"/>
                    <a:pt x="241078" y="573024"/>
                  </a:cubicBezTo>
                  <a:cubicBezTo>
                    <a:pt x="264509" y="521684"/>
                    <a:pt x="284988" y="484537"/>
                    <a:pt x="304133" y="461200"/>
                  </a:cubicBezTo>
                  <a:cubicBezTo>
                    <a:pt x="337947" y="489109"/>
                    <a:pt x="350234" y="561404"/>
                    <a:pt x="350234" y="683133"/>
                  </a:cubicBezTo>
                  <a:cubicBezTo>
                    <a:pt x="350234" y="561499"/>
                    <a:pt x="362522" y="489109"/>
                    <a:pt x="396335" y="461200"/>
                  </a:cubicBezTo>
                  <a:cubicBezTo>
                    <a:pt x="415481" y="484537"/>
                    <a:pt x="435959" y="521780"/>
                    <a:pt x="459391" y="573024"/>
                  </a:cubicBezTo>
                  <a:cubicBezTo>
                    <a:pt x="435674" y="521017"/>
                    <a:pt x="420719" y="480727"/>
                    <a:pt x="415576" y="450628"/>
                  </a:cubicBezTo>
                  <a:cubicBezTo>
                    <a:pt x="458724" y="437293"/>
                    <a:pt x="527018" y="471392"/>
                    <a:pt x="631127" y="54778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 name="Google Shape;35;p5"/>
            <p:cNvSpPr/>
            <p:nvPr/>
          </p:nvSpPr>
          <p:spPr>
            <a:xfrm>
              <a:off x="226080" y="109800"/>
              <a:ext cx="249120" cy="236880"/>
            </a:xfrm>
            <a:custGeom>
              <a:avLst/>
              <a:gdLst>
                <a:gd name="textAreaLeft" fmla="*/ 0 w 249120"/>
                <a:gd name="textAreaRight" fmla="*/ 249480 w 249120"/>
                <a:gd name="textAreaTop" fmla="*/ 0 h 236880"/>
                <a:gd name="textAreaBottom" fmla="*/ 237240 h 236880"/>
              </a:gdLst>
              <a:ahLst/>
              <a:cxnLst/>
              <a:rect l="textAreaLeft" t="textAreaTop" r="textAreaRight" b="textAreaBottom"/>
              <a:pathLst>
                <a:path w="627792" h="597026">
                  <a:moveTo>
                    <a:pt x="313849" y="0"/>
                  </a:moveTo>
                  <a:cubicBezTo>
                    <a:pt x="313849" y="235172"/>
                    <a:pt x="247269" y="283559"/>
                    <a:pt x="0" y="228029"/>
                  </a:cubicBezTo>
                  <a:cubicBezTo>
                    <a:pt x="247269" y="283559"/>
                    <a:pt x="272701" y="361855"/>
                    <a:pt x="119920" y="597027"/>
                  </a:cubicBezTo>
                  <a:cubicBezTo>
                    <a:pt x="272701" y="361855"/>
                    <a:pt x="354997" y="361855"/>
                    <a:pt x="507873" y="597027"/>
                  </a:cubicBezTo>
                  <a:cubicBezTo>
                    <a:pt x="355092" y="361855"/>
                    <a:pt x="380428" y="283559"/>
                    <a:pt x="627793" y="228029"/>
                  </a:cubicBezTo>
                  <a:cubicBezTo>
                    <a:pt x="380524" y="283559"/>
                    <a:pt x="313944" y="235172"/>
                    <a:pt x="31394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4" name="PlaceHolder 1"/>
          <p:cNvSpPr>
            <a:spLocks noGrp="1"/>
          </p:cNvSpPr>
          <p:nvPr>
            <p:ph type="title"/>
          </p:nvPr>
        </p:nvSpPr>
        <p:spPr>
          <a:xfrm>
            <a:off x="228600" y="15228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25" name="PlaceHolder 2"/>
          <p:cNvSpPr>
            <a:spLocks noGrp="1"/>
          </p:cNvSpPr>
          <p:nvPr>
            <p:ph type="sldNum" idx="15"/>
          </p:nvPr>
        </p:nvSpPr>
        <p:spPr>
          <a:xfrm>
            <a:off x="8598960" y="4839120"/>
            <a:ext cx="315720" cy="151560"/>
          </a:xfrm>
          <a:prstGeom prst="rect">
            <a:avLst/>
          </a:prstGeom>
          <a:noFill/>
          <a:ln w="0">
            <a:noFill/>
          </a:ln>
        </p:spPr>
        <p:txBody>
          <a:bodyPr lIns="91440" tIns="75600" rIns="91440" bIns="75600" anchor="ctr">
            <a:noAutofit/>
          </a:bodyPr>
          <a:lstStyle>
            <a:lvl1pPr indent="0" algn="ctr" defTabSz="914400">
              <a:lnSpc>
                <a:spcPct val="100000"/>
              </a:lnSpc>
              <a:buNone/>
              <a:tabLst>
                <a:tab pos="0" algn="l"/>
              </a:tabLst>
              <a:defRPr lang="en" sz="800" b="0" u="none" strike="noStrike">
                <a:solidFill>
                  <a:schemeClr val="dk1"/>
                </a:solidFill>
                <a:effectLst/>
                <a:uFillTx/>
                <a:latin typeface="Barlow"/>
                <a:ea typeface="Barlow"/>
              </a:defRPr>
            </a:lvl1pPr>
          </a:lstStyle>
          <a:p>
            <a:pPr indent="0" algn="ctr" defTabSz="914400">
              <a:lnSpc>
                <a:spcPct val="100000"/>
              </a:lnSpc>
              <a:buNone/>
              <a:tabLst>
                <a:tab pos="0" algn="l"/>
              </a:tabLst>
            </a:pPr>
            <a:fld id="{D5E955F1-41B9-4659-A91D-8DABFD971C43}" type="slidenum">
              <a:rPr lang="en" sz="800" b="0" u="none" strike="noStrike">
                <a:solidFill>
                  <a:schemeClr val="dk1"/>
                </a:solidFill>
                <a:effectLst/>
                <a:uFillTx/>
                <a:latin typeface="Barlow"/>
                <a:ea typeface="Barlow"/>
              </a:rPr>
              <a:t>‹#›</a:t>
            </a:fld>
            <a:endParaRPr lang="en-US" sz="800" b="0" u="none" strike="noStrike">
              <a:solidFill>
                <a:srgbClr val="000000"/>
              </a:solidFill>
              <a:effectLst/>
              <a:uFillTx/>
              <a:latin typeface="OpenSymbol"/>
            </a:endParaRPr>
          </a:p>
        </p:txBody>
      </p:sp>
      <p:sp>
        <p:nvSpPr>
          <p:cNvPr id="126" name="PlaceHolder 3"/>
          <p:cNvSpPr>
            <a:spLocks noGrp="1"/>
          </p:cNvSpPr>
          <p:nvPr>
            <p:ph type="body"/>
          </p:nvPr>
        </p:nvSpPr>
        <p:spPr>
          <a:xfrm>
            <a:off x="228600" y="1062360"/>
            <a:ext cx="4162320" cy="2011320"/>
          </a:xfrm>
          <a:prstGeom prst="rect">
            <a:avLst/>
          </a:prstGeom>
          <a:noFill/>
          <a:ln w="0">
            <a:noFill/>
          </a:ln>
        </p:spPr>
        <p:txBody>
          <a:bodyPr lIns="90000" tIns="45000" rIns="90000" bIns="45000" anchor="t">
            <a:normAutofit fontScale="9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127" name="Google Shape;44;p6"/>
          <p:cNvSpPr/>
          <p:nvPr/>
        </p:nvSpPr>
        <p:spPr>
          <a:xfrm>
            <a:off x="8605080" y="4814280"/>
            <a:ext cx="312840" cy="201240"/>
          </a:xfrm>
          <a:prstGeom prst="ellipse">
            <a:avLst/>
          </a:prstGeom>
          <a:noFill/>
          <a:ln w="9525">
            <a:solidFill>
              <a:srgbClr val="532D22"/>
            </a:solidFill>
            <a:round/>
          </a:ln>
        </p:spPr>
        <p:style>
          <a:lnRef idx="0">
            <a:scrgbClr r="0" g="0" b="0"/>
          </a:lnRef>
          <a:fillRef idx="0">
            <a:scrgbClr r="0" g="0" b="0"/>
          </a:fillRef>
          <a:effectRef idx="0">
            <a:scrgbClr r="0" g="0" b="0"/>
          </a:effectRef>
          <a:fontRef idx="minor"/>
        </p:style>
        <p:txBody>
          <a:bodyPr tIns="70920" bIns="709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8" name="Google Shape;45;p6"/>
          <p:cNvGrpSpPr/>
          <p:nvPr/>
        </p:nvGrpSpPr>
        <p:grpSpPr>
          <a:xfrm>
            <a:off x="228600" y="4813920"/>
            <a:ext cx="201240" cy="201240"/>
            <a:chOff x="228600" y="4813920"/>
            <a:chExt cx="201240" cy="201240"/>
          </a:xfrm>
        </p:grpSpPr>
        <p:sp>
          <p:nvSpPr>
            <p:cNvPr id="129" name="Google Shape;46;p6"/>
            <p:cNvSpPr/>
            <p:nvPr/>
          </p:nvSpPr>
          <p:spPr>
            <a:xfrm>
              <a:off x="228600" y="4813920"/>
              <a:ext cx="201240" cy="201240"/>
            </a:xfrm>
            <a:custGeom>
              <a:avLst/>
              <a:gdLst>
                <a:gd name="textAreaLeft" fmla="*/ 0 w 201240"/>
                <a:gd name="textAreaRight" fmla="*/ 201600 w 201240"/>
                <a:gd name="textAreaTop" fmla="*/ 0 h 201240"/>
                <a:gd name="textAreaBottom" fmla="*/ 201600 h 201240"/>
              </a:gdLst>
              <a:ahLst/>
              <a:cxnLst/>
              <a:rect l="textAreaLeft" t="textAreaTop" r="textAreaRight" b="textAreaBottom"/>
              <a:pathLst>
                <a:path w="741806" h="741806">
                  <a:moveTo>
                    <a:pt x="741807" y="370904"/>
                  </a:moveTo>
                  <a:cubicBezTo>
                    <a:pt x="380429" y="376142"/>
                    <a:pt x="376142" y="380429"/>
                    <a:pt x="370904" y="741807"/>
                  </a:cubicBezTo>
                  <a:cubicBezTo>
                    <a:pt x="365665" y="380429"/>
                    <a:pt x="361379" y="376142"/>
                    <a:pt x="0" y="370904"/>
                  </a:cubicBezTo>
                  <a:cubicBezTo>
                    <a:pt x="361379" y="365665"/>
                    <a:pt x="365665" y="361379"/>
                    <a:pt x="370904" y="0"/>
                  </a:cubicBezTo>
                  <a:cubicBezTo>
                    <a:pt x="376142" y="361379"/>
                    <a:pt x="380429" y="365665"/>
                    <a:pt x="741807" y="37090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 name="Google Shape;47;p6"/>
            <p:cNvSpPr/>
            <p:nvPr/>
          </p:nvSpPr>
          <p:spPr>
            <a:xfrm>
              <a:off x="228600" y="4813920"/>
              <a:ext cx="201240" cy="201240"/>
            </a:xfrm>
            <a:custGeom>
              <a:avLst/>
              <a:gdLst>
                <a:gd name="textAreaLeft" fmla="*/ 0 w 201240"/>
                <a:gd name="textAreaRight" fmla="*/ 201600 w 201240"/>
                <a:gd name="textAreaTop" fmla="*/ 0 h 201240"/>
                <a:gd name="textAreaBottom" fmla="*/ 201600 h 201240"/>
              </a:gdLst>
              <a:ahLst/>
              <a:cxnLst/>
              <a:rect l="textAreaLeft" t="textAreaTop" r="textAreaRight" b="textAreaBottom"/>
              <a:pathLst>
                <a:path w="741806" h="741806">
                  <a:moveTo>
                    <a:pt x="741807" y="370904"/>
                  </a:moveTo>
                  <a:cubicBezTo>
                    <a:pt x="380429" y="376142"/>
                    <a:pt x="376142" y="380429"/>
                    <a:pt x="370904" y="741807"/>
                  </a:cubicBezTo>
                  <a:cubicBezTo>
                    <a:pt x="365665" y="380429"/>
                    <a:pt x="361379" y="376142"/>
                    <a:pt x="0" y="370904"/>
                  </a:cubicBezTo>
                  <a:cubicBezTo>
                    <a:pt x="361379" y="365665"/>
                    <a:pt x="365665" y="361379"/>
                    <a:pt x="370904" y="0"/>
                  </a:cubicBezTo>
                  <a:cubicBezTo>
                    <a:pt x="376142" y="361379"/>
                    <a:pt x="380429" y="365665"/>
                    <a:pt x="741807" y="37090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31" name="Google Shape;48;p6"/>
          <p:cNvCxnSpPr/>
          <p:nvPr/>
        </p:nvCxnSpPr>
        <p:spPr>
          <a:xfrm flipH="1">
            <a:off x="557280" y="4914720"/>
            <a:ext cx="7962480" cy="360"/>
          </a:xfrm>
          <a:prstGeom prst="straightConnector1">
            <a:avLst/>
          </a:prstGeom>
          <a:ln w="9525">
            <a:solidFill>
              <a:srgbClr val="532D22"/>
            </a:solidFill>
            <a:round/>
          </a:ln>
        </p:spPr>
      </p:cxnSp>
      <p:sp>
        <p:nvSpPr>
          <p:cNvPr id="132" name="PlaceHolder 1"/>
          <p:cNvSpPr>
            <a:spLocks noGrp="1"/>
          </p:cNvSpPr>
          <p:nvPr>
            <p:ph type="title"/>
          </p:nvPr>
        </p:nvSpPr>
        <p:spPr>
          <a:xfrm>
            <a:off x="234720" y="152280"/>
            <a:ext cx="836712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33" name="PlaceHolder 2"/>
          <p:cNvSpPr>
            <a:spLocks noGrp="1"/>
          </p:cNvSpPr>
          <p:nvPr>
            <p:ph type="sldNum" idx="16"/>
          </p:nvPr>
        </p:nvSpPr>
        <p:spPr>
          <a:xfrm>
            <a:off x="8622000" y="4839120"/>
            <a:ext cx="278640" cy="151560"/>
          </a:xfrm>
          <a:prstGeom prst="rect">
            <a:avLst/>
          </a:prstGeom>
          <a:noFill/>
          <a:ln w="0">
            <a:noFill/>
          </a:ln>
        </p:spPr>
        <p:txBody>
          <a:bodyPr lIns="91440" tIns="75600" rIns="91440" bIns="75600" anchor="ctr">
            <a:noAutofit/>
          </a:bodyPr>
          <a:lstStyle>
            <a:lvl1pPr indent="0" algn="ctr" defTabSz="914400">
              <a:lnSpc>
                <a:spcPct val="100000"/>
              </a:lnSpc>
              <a:buNone/>
              <a:tabLst>
                <a:tab pos="0" algn="l"/>
              </a:tabLst>
              <a:defRPr lang="en" sz="800" b="0" u="none" strike="noStrike">
                <a:solidFill>
                  <a:schemeClr val="dk1"/>
                </a:solidFill>
                <a:effectLst/>
                <a:uFillTx/>
                <a:latin typeface="Barlow"/>
                <a:ea typeface="Barlow"/>
              </a:defRPr>
            </a:lvl1pPr>
          </a:lstStyle>
          <a:p>
            <a:pPr indent="0" algn="ctr" defTabSz="914400">
              <a:lnSpc>
                <a:spcPct val="100000"/>
              </a:lnSpc>
              <a:buNone/>
              <a:tabLst>
                <a:tab pos="0" algn="l"/>
              </a:tabLst>
            </a:pPr>
            <a:fld id="{FA9927C8-B32A-452E-AB71-4549B4AC5DFB}" type="slidenum">
              <a:rPr lang="en" sz="800" b="0" u="none" strike="noStrike">
                <a:solidFill>
                  <a:schemeClr val="dk1"/>
                </a:solidFill>
                <a:effectLst/>
                <a:uFillTx/>
                <a:latin typeface="Barlow"/>
                <a:ea typeface="Barlow"/>
              </a:rPr>
              <a:t>‹#›</a:t>
            </a:fld>
            <a:endParaRPr lang="en-US" sz="800" b="0" u="none" strike="noStrike">
              <a:solidFill>
                <a:srgbClr val="000000"/>
              </a:solidFill>
              <a:effectLst/>
              <a:uFillTx/>
              <a:latin typeface="OpenSymbol"/>
            </a:endParaRPr>
          </a:p>
        </p:txBody>
      </p:sp>
      <p:cxnSp>
        <p:nvCxnSpPr>
          <p:cNvPr id="134" name="Google Shape;51;p6"/>
          <p:cNvCxnSpPr/>
          <p:nvPr/>
        </p:nvCxnSpPr>
        <p:spPr>
          <a:xfrm flipH="1">
            <a:off x="234720" y="228600"/>
            <a:ext cx="8367480" cy="360"/>
          </a:xfrm>
          <a:prstGeom prst="straightConnector1">
            <a:avLst/>
          </a:prstGeom>
          <a:ln w="9525">
            <a:solidFill>
              <a:srgbClr val="532D22"/>
            </a:solidFill>
            <a:round/>
          </a:ln>
        </p:spPr>
      </p:cxnSp>
      <p:sp>
        <p:nvSpPr>
          <p:cNvPr id="135" name="Google Shape;52;p6"/>
          <p:cNvSpPr/>
          <p:nvPr/>
        </p:nvSpPr>
        <p:spPr>
          <a:xfrm>
            <a:off x="8691840" y="115200"/>
            <a:ext cx="244440" cy="232560"/>
          </a:xfrm>
          <a:custGeom>
            <a:avLst/>
            <a:gdLst>
              <a:gd name="textAreaLeft" fmla="*/ 0 w 244440"/>
              <a:gd name="textAreaRight" fmla="*/ 244800 w 244440"/>
              <a:gd name="textAreaTop" fmla="*/ 0 h 232560"/>
              <a:gd name="textAreaBottom" fmla="*/ 232920 h 232560"/>
            </a:gdLst>
            <a:ahLst/>
            <a:cxnLst/>
            <a:rect l="textAreaLeft" t="textAreaTop" r="textAreaRight" b="textAreaBottom"/>
            <a:pathLst>
              <a:path w="627697" h="597026">
                <a:moveTo>
                  <a:pt x="627507" y="368999"/>
                </a:moveTo>
                <a:cubicBezTo>
                  <a:pt x="514064" y="343567"/>
                  <a:pt x="447389" y="313182"/>
                  <a:pt x="423196" y="265176"/>
                </a:cubicBezTo>
                <a:cubicBezTo>
                  <a:pt x="447961" y="249555"/>
                  <a:pt x="484442" y="237268"/>
                  <a:pt x="533400" y="226314"/>
                </a:cubicBezTo>
                <a:cubicBezTo>
                  <a:pt x="484251" y="237363"/>
                  <a:pt x="445294" y="242507"/>
                  <a:pt x="414623" y="240506"/>
                </a:cubicBezTo>
                <a:cubicBezTo>
                  <a:pt x="403765" y="185452"/>
                  <a:pt x="436245" y="109823"/>
                  <a:pt x="507683" y="0"/>
                </a:cubicBezTo>
                <a:cubicBezTo>
                  <a:pt x="436721" y="109157"/>
                  <a:pt x="381000" y="167545"/>
                  <a:pt x="326422" y="175355"/>
                </a:cubicBezTo>
                <a:cubicBezTo>
                  <a:pt x="317373" y="148495"/>
                  <a:pt x="313754" y="112681"/>
                  <a:pt x="313754" y="66675"/>
                </a:cubicBezTo>
                <a:cubicBezTo>
                  <a:pt x="313754" y="112681"/>
                  <a:pt x="310134" y="148495"/>
                  <a:pt x="301085" y="175355"/>
                </a:cubicBezTo>
                <a:cubicBezTo>
                  <a:pt x="246412" y="167545"/>
                  <a:pt x="190691" y="109061"/>
                  <a:pt x="119825" y="0"/>
                </a:cubicBezTo>
                <a:cubicBezTo>
                  <a:pt x="191167" y="109823"/>
                  <a:pt x="223647" y="185452"/>
                  <a:pt x="212884" y="240506"/>
                </a:cubicBezTo>
                <a:cubicBezTo>
                  <a:pt x="182309" y="242507"/>
                  <a:pt x="143351" y="237363"/>
                  <a:pt x="94107" y="226314"/>
                </a:cubicBezTo>
                <a:cubicBezTo>
                  <a:pt x="142970" y="237268"/>
                  <a:pt x="179451" y="249555"/>
                  <a:pt x="204311" y="265176"/>
                </a:cubicBezTo>
                <a:cubicBezTo>
                  <a:pt x="180023" y="313182"/>
                  <a:pt x="113443" y="343471"/>
                  <a:pt x="0" y="368999"/>
                </a:cubicBezTo>
                <a:cubicBezTo>
                  <a:pt x="114681" y="343281"/>
                  <a:pt x="190405" y="339947"/>
                  <a:pt x="238792" y="367093"/>
                </a:cubicBezTo>
                <a:cubicBezTo>
                  <a:pt x="229457" y="398621"/>
                  <a:pt x="209074" y="437007"/>
                  <a:pt x="178117" y="484632"/>
                </a:cubicBezTo>
                <a:cubicBezTo>
                  <a:pt x="208979" y="437197"/>
                  <a:pt x="235744" y="403479"/>
                  <a:pt x="260699" y="383381"/>
                </a:cubicBezTo>
                <a:cubicBezTo>
                  <a:pt x="299752" y="420624"/>
                  <a:pt x="313849" y="489109"/>
                  <a:pt x="313849" y="597027"/>
                </a:cubicBezTo>
                <a:cubicBezTo>
                  <a:pt x="313849" y="489109"/>
                  <a:pt x="327946" y="420624"/>
                  <a:pt x="366998" y="383381"/>
                </a:cubicBezTo>
                <a:cubicBezTo>
                  <a:pt x="392049" y="403479"/>
                  <a:pt x="418719" y="437197"/>
                  <a:pt x="449580" y="484632"/>
                </a:cubicBezTo>
                <a:cubicBezTo>
                  <a:pt x="418624" y="437007"/>
                  <a:pt x="398240" y="398621"/>
                  <a:pt x="388906" y="367093"/>
                </a:cubicBezTo>
                <a:cubicBezTo>
                  <a:pt x="437198" y="339852"/>
                  <a:pt x="513017" y="343186"/>
                  <a:pt x="627698" y="368999"/>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137" name="Google Shape;54;p7"/>
          <p:cNvSpPr/>
          <p:nvPr/>
        </p:nvSpPr>
        <p:spPr>
          <a:xfrm>
            <a:off x="8605080" y="4814280"/>
            <a:ext cx="312840" cy="201240"/>
          </a:xfrm>
          <a:prstGeom prst="ellipse">
            <a:avLst/>
          </a:prstGeom>
          <a:noFill/>
          <a:ln w="9525">
            <a:solidFill>
              <a:srgbClr val="532D22"/>
            </a:solidFill>
            <a:round/>
          </a:ln>
        </p:spPr>
        <p:style>
          <a:lnRef idx="0">
            <a:scrgbClr r="0" g="0" b="0"/>
          </a:lnRef>
          <a:fillRef idx="0">
            <a:scrgbClr r="0" g="0" b="0"/>
          </a:fillRef>
          <a:effectRef idx="0">
            <a:scrgbClr r="0" g="0" b="0"/>
          </a:effectRef>
          <a:fontRef idx="minor"/>
        </p:style>
        <p:txBody>
          <a:bodyPr tIns="70920" bIns="709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38" name="Google Shape;55;p7"/>
          <p:cNvCxnSpPr/>
          <p:nvPr/>
        </p:nvCxnSpPr>
        <p:spPr>
          <a:xfrm flipH="1">
            <a:off x="550800" y="228600"/>
            <a:ext cx="8367480" cy="360"/>
          </a:xfrm>
          <a:prstGeom prst="straightConnector1">
            <a:avLst/>
          </a:prstGeom>
          <a:ln w="9525">
            <a:solidFill>
              <a:srgbClr val="532D22"/>
            </a:solidFill>
            <a:round/>
          </a:ln>
        </p:spPr>
      </p:cxnSp>
      <p:cxnSp>
        <p:nvCxnSpPr>
          <p:cNvPr id="139" name="Google Shape;56;p7"/>
          <p:cNvCxnSpPr/>
          <p:nvPr/>
        </p:nvCxnSpPr>
        <p:spPr>
          <a:xfrm flipH="1">
            <a:off x="557280" y="4914720"/>
            <a:ext cx="7962480" cy="360"/>
          </a:xfrm>
          <a:prstGeom prst="straightConnector1">
            <a:avLst/>
          </a:prstGeom>
          <a:ln w="9525">
            <a:solidFill>
              <a:srgbClr val="532D22"/>
            </a:solidFill>
            <a:round/>
          </a:ln>
        </p:spPr>
      </p:cxnSp>
      <p:sp>
        <p:nvSpPr>
          <p:cNvPr id="140" name="Google Shape;57;p7"/>
          <p:cNvSpPr/>
          <p:nvPr/>
        </p:nvSpPr>
        <p:spPr>
          <a:xfrm>
            <a:off x="241560" y="4799520"/>
            <a:ext cx="236160" cy="230040"/>
          </a:xfrm>
          <a:custGeom>
            <a:avLst/>
            <a:gdLst>
              <a:gd name="textAreaLeft" fmla="*/ 0 w 236160"/>
              <a:gd name="textAreaRight" fmla="*/ 236520 w 236160"/>
              <a:gd name="textAreaTop" fmla="*/ 0 h 230040"/>
              <a:gd name="textAreaBottom" fmla="*/ 230400 h 230040"/>
            </a:gdLst>
            <a:ahLst/>
            <a:cxnLst/>
            <a:rect l="textAreaLeft" t="textAreaTop" r="textAreaRight" b="textAreaBottom"/>
            <a:pathLst>
              <a:path w="700373" h="683133">
                <a:moveTo>
                  <a:pt x="631031" y="547783"/>
                </a:moveTo>
                <a:cubicBezTo>
                  <a:pt x="532829" y="475679"/>
                  <a:pt x="481203" y="422910"/>
                  <a:pt x="478155" y="379762"/>
                </a:cubicBezTo>
                <a:cubicBezTo>
                  <a:pt x="506921" y="380619"/>
                  <a:pt x="545687" y="388525"/>
                  <a:pt x="595313" y="402336"/>
                </a:cubicBezTo>
                <a:cubicBezTo>
                  <a:pt x="544354" y="388144"/>
                  <a:pt x="506254" y="374523"/>
                  <a:pt x="480441" y="360045"/>
                </a:cubicBezTo>
                <a:cubicBezTo>
                  <a:pt x="493967" y="315754"/>
                  <a:pt x="566166" y="281273"/>
                  <a:pt x="700374" y="243840"/>
                </a:cubicBezTo>
                <a:cubicBezTo>
                  <a:pt x="575691" y="278606"/>
                  <a:pt x="499110" y="286988"/>
                  <a:pt x="463772" y="261080"/>
                </a:cubicBezTo>
                <a:cubicBezTo>
                  <a:pt x="481679" y="240506"/>
                  <a:pt x="509302" y="217075"/>
                  <a:pt x="546830" y="189547"/>
                </a:cubicBezTo>
                <a:cubicBezTo>
                  <a:pt x="508635" y="217646"/>
                  <a:pt x="477298" y="237458"/>
                  <a:pt x="451771" y="248698"/>
                </a:cubicBezTo>
                <a:cubicBezTo>
                  <a:pt x="425482" y="210598"/>
                  <a:pt x="446151" y="131254"/>
                  <a:pt x="506063" y="0"/>
                </a:cubicBezTo>
                <a:cubicBezTo>
                  <a:pt x="448151" y="126873"/>
                  <a:pt x="402908" y="193834"/>
                  <a:pt x="358331" y="201073"/>
                </a:cubicBezTo>
                <a:cubicBezTo>
                  <a:pt x="352616" y="174879"/>
                  <a:pt x="350234" y="139637"/>
                  <a:pt x="350234" y="94869"/>
                </a:cubicBezTo>
                <a:cubicBezTo>
                  <a:pt x="350234" y="139732"/>
                  <a:pt x="347853" y="174879"/>
                  <a:pt x="342138" y="201073"/>
                </a:cubicBezTo>
                <a:cubicBezTo>
                  <a:pt x="297561" y="193834"/>
                  <a:pt x="252222" y="126873"/>
                  <a:pt x="194405" y="0"/>
                </a:cubicBezTo>
                <a:cubicBezTo>
                  <a:pt x="254318" y="131159"/>
                  <a:pt x="274987" y="210598"/>
                  <a:pt x="248698" y="248698"/>
                </a:cubicBezTo>
                <a:cubicBezTo>
                  <a:pt x="223171" y="237458"/>
                  <a:pt x="191929" y="217551"/>
                  <a:pt x="153638" y="189547"/>
                </a:cubicBezTo>
                <a:cubicBezTo>
                  <a:pt x="191072" y="217075"/>
                  <a:pt x="218789" y="240506"/>
                  <a:pt x="236601" y="261080"/>
                </a:cubicBezTo>
                <a:cubicBezTo>
                  <a:pt x="201263" y="286988"/>
                  <a:pt x="124587" y="278606"/>
                  <a:pt x="0" y="243840"/>
                </a:cubicBezTo>
                <a:cubicBezTo>
                  <a:pt x="134208" y="281273"/>
                  <a:pt x="206502" y="315849"/>
                  <a:pt x="219933" y="360045"/>
                </a:cubicBezTo>
                <a:cubicBezTo>
                  <a:pt x="194120" y="374428"/>
                  <a:pt x="156020" y="388049"/>
                  <a:pt x="105061" y="402336"/>
                </a:cubicBezTo>
                <a:cubicBezTo>
                  <a:pt x="154686" y="388525"/>
                  <a:pt x="193453" y="380619"/>
                  <a:pt x="222218" y="379762"/>
                </a:cubicBezTo>
                <a:cubicBezTo>
                  <a:pt x="219170" y="422910"/>
                  <a:pt x="167545" y="475679"/>
                  <a:pt x="69342" y="547783"/>
                </a:cubicBezTo>
                <a:cubicBezTo>
                  <a:pt x="173450" y="471297"/>
                  <a:pt x="241745" y="437293"/>
                  <a:pt x="284893" y="450628"/>
                </a:cubicBezTo>
                <a:cubicBezTo>
                  <a:pt x="279654" y="480727"/>
                  <a:pt x="264795" y="521017"/>
                  <a:pt x="241078" y="573024"/>
                </a:cubicBezTo>
                <a:cubicBezTo>
                  <a:pt x="264509" y="521684"/>
                  <a:pt x="284988" y="484537"/>
                  <a:pt x="304133" y="461200"/>
                </a:cubicBezTo>
                <a:cubicBezTo>
                  <a:pt x="337947" y="489109"/>
                  <a:pt x="350234" y="561404"/>
                  <a:pt x="350234" y="683133"/>
                </a:cubicBezTo>
                <a:cubicBezTo>
                  <a:pt x="350234" y="561499"/>
                  <a:pt x="362522" y="489109"/>
                  <a:pt x="396335" y="461200"/>
                </a:cubicBezTo>
                <a:cubicBezTo>
                  <a:pt x="415481" y="484537"/>
                  <a:pt x="435959" y="521780"/>
                  <a:pt x="459391" y="573024"/>
                </a:cubicBezTo>
                <a:cubicBezTo>
                  <a:pt x="435674" y="521017"/>
                  <a:pt x="420719" y="480727"/>
                  <a:pt x="415576" y="450628"/>
                </a:cubicBezTo>
                <a:cubicBezTo>
                  <a:pt x="458724" y="437293"/>
                  <a:pt x="527018" y="471392"/>
                  <a:pt x="631127" y="54778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 name="Google Shape;58;p7"/>
          <p:cNvSpPr/>
          <p:nvPr/>
        </p:nvSpPr>
        <p:spPr>
          <a:xfrm>
            <a:off x="226080" y="109800"/>
            <a:ext cx="249120" cy="236880"/>
          </a:xfrm>
          <a:custGeom>
            <a:avLst/>
            <a:gdLst>
              <a:gd name="textAreaLeft" fmla="*/ 0 w 249120"/>
              <a:gd name="textAreaRight" fmla="*/ 249480 w 249120"/>
              <a:gd name="textAreaTop" fmla="*/ 0 h 236880"/>
              <a:gd name="textAreaBottom" fmla="*/ 237240 h 236880"/>
            </a:gdLst>
            <a:ahLst/>
            <a:cxnLst/>
            <a:rect l="textAreaLeft" t="textAreaTop" r="textAreaRight" b="textAreaBottom"/>
            <a:pathLst>
              <a:path w="627792" h="597026">
                <a:moveTo>
                  <a:pt x="313849" y="0"/>
                </a:moveTo>
                <a:cubicBezTo>
                  <a:pt x="313849" y="235172"/>
                  <a:pt x="247269" y="283559"/>
                  <a:pt x="0" y="228029"/>
                </a:cubicBezTo>
                <a:cubicBezTo>
                  <a:pt x="247269" y="283559"/>
                  <a:pt x="272701" y="361855"/>
                  <a:pt x="119920" y="597027"/>
                </a:cubicBezTo>
                <a:cubicBezTo>
                  <a:pt x="272701" y="361855"/>
                  <a:pt x="354997" y="361855"/>
                  <a:pt x="507873" y="597027"/>
                </a:cubicBezTo>
                <a:cubicBezTo>
                  <a:pt x="355092" y="361855"/>
                  <a:pt x="380428" y="283559"/>
                  <a:pt x="627793" y="228029"/>
                </a:cubicBezTo>
                <a:cubicBezTo>
                  <a:pt x="380524" y="283559"/>
                  <a:pt x="313944" y="235172"/>
                  <a:pt x="31394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 name="PlaceHolder 1"/>
          <p:cNvSpPr>
            <a:spLocks noGrp="1"/>
          </p:cNvSpPr>
          <p:nvPr>
            <p:ph type="title"/>
          </p:nvPr>
        </p:nvSpPr>
        <p:spPr>
          <a:xfrm>
            <a:off x="228600" y="228600"/>
            <a:ext cx="3998160" cy="1445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43" name="PlaceHolder 2"/>
          <p:cNvSpPr>
            <a:spLocks noGrp="1"/>
          </p:cNvSpPr>
          <p:nvPr>
            <p:ph type="body"/>
          </p:nvPr>
        </p:nvSpPr>
        <p:spPr>
          <a:xfrm>
            <a:off x="1609560" y="2066040"/>
            <a:ext cx="3823920" cy="25322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44" name="PlaceHolder 3"/>
          <p:cNvSpPr>
            <a:spLocks noGrp="1"/>
          </p:cNvSpPr>
          <p:nvPr>
            <p:ph type="body"/>
          </p:nvPr>
        </p:nvSpPr>
        <p:spPr>
          <a:xfrm>
            <a:off x="5715720" y="410040"/>
            <a:ext cx="3202200" cy="4266000"/>
          </a:xfrm>
          <a:prstGeom prst="rect">
            <a:avLst/>
          </a:prstGeom>
          <a:noFill/>
          <a:ln w="0">
            <a:noFill/>
          </a:ln>
        </p:spPr>
        <p:txBody>
          <a:bodyPr lIns="90000" tIns="45000" rIns="90000" bIns="45000" anchor="t">
            <a:normAutofit fontScale="7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45" name="PlaceHolder 4"/>
          <p:cNvSpPr>
            <a:spLocks noGrp="1"/>
          </p:cNvSpPr>
          <p:nvPr>
            <p:ph type="sldNum" idx="17"/>
          </p:nvPr>
        </p:nvSpPr>
        <p:spPr>
          <a:xfrm>
            <a:off x="8598960" y="4839120"/>
            <a:ext cx="315720" cy="151560"/>
          </a:xfrm>
          <a:prstGeom prst="rect">
            <a:avLst/>
          </a:prstGeom>
          <a:noFill/>
          <a:ln w="0">
            <a:noFill/>
          </a:ln>
        </p:spPr>
        <p:txBody>
          <a:bodyPr lIns="91440" tIns="75600" rIns="91440" bIns="75600" anchor="ctr">
            <a:noAutofit/>
          </a:bodyPr>
          <a:lstStyle>
            <a:lvl1pPr indent="0" algn="ctr" defTabSz="914400">
              <a:lnSpc>
                <a:spcPct val="100000"/>
              </a:lnSpc>
              <a:buNone/>
              <a:tabLst>
                <a:tab pos="0" algn="l"/>
              </a:tabLst>
              <a:defRPr lang="en" sz="800" b="0" u="none" strike="noStrike">
                <a:solidFill>
                  <a:schemeClr val="dk1"/>
                </a:solidFill>
                <a:effectLst/>
                <a:uFillTx/>
                <a:latin typeface="Barlow"/>
                <a:ea typeface="Barlow"/>
              </a:defRPr>
            </a:lvl1pPr>
          </a:lstStyle>
          <a:p>
            <a:pPr indent="0" algn="ctr" defTabSz="914400">
              <a:lnSpc>
                <a:spcPct val="100000"/>
              </a:lnSpc>
              <a:buNone/>
              <a:tabLst>
                <a:tab pos="0" algn="l"/>
              </a:tabLst>
            </a:pPr>
            <a:fld id="{655AC2BC-0621-4E6C-8E03-F97137850754}" type="slidenum">
              <a:rPr lang="en" sz="800" b="0" u="none" strike="noStrike">
                <a:solidFill>
                  <a:schemeClr val="dk1"/>
                </a:solidFill>
                <a:effectLst/>
                <a:uFillTx/>
                <a:latin typeface="Barlow"/>
                <a:ea typeface="Barlow"/>
              </a:rPr>
              <a:t>‹#›</a:t>
            </a:fld>
            <a:endParaRPr lang="en-US" sz="800" b="0" u="none" strike="noStrike">
              <a:solidFill>
                <a:srgbClr val="000000"/>
              </a:solidFill>
              <a:effectLst/>
              <a:uFillTx/>
              <a:latin typeface="OpenSymbo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146" name="Google Shape;64;p8"/>
          <p:cNvSpPr/>
          <p:nvPr/>
        </p:nvSpPr>
        <p:spPr>
          <a:xfrm>
            <a:off x="8605080" y="4814280"/>
            <a:ext cx="312840" cy="201240"/>
          </a:xfrm>
          <a:prstGeom prst="ellipse">
            <a:avLst/>
          </a:prstGeom>
          <a:noFill/>
          <a:ln w="9525">
            <a:solidFill>
              <a:srgbClr val="532D22"/>
            </a:solidFill>
            <a:round/>
          </a:ln>
        </p:spPr>
        <p:style>
          <a:lnRef idx="0">
            <a:scrgbClr r="0" g="0" b="0"/>
          </a:lnRef>
          <a:fillRef idx="0">
            <a:scrgbClr r="0" g="0" b="0"/>
          </a:fillRef>
          <a:effectRef idx="0">
            <a:scrgbClr r="0" g="0" b="0"/>
          </a:effectRef>
          <a:fontRef idx="minor"/>
        </p:style>
        <p:txBody>
          <a:bodyPr tIns="70920" bIns="709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47" name="Google Shape;65;p8"/>
          <p:cNvCxnSpPr/>
          <p:nvPr/>
        </p:nvCxnSpPr>
        <p:spPr>
          <a:xfrm flipH="1">
            <a:off x="550800" y="228600"/>
            <a:ext cx="8367480" cy="360"/>
          </a:xfrm>
          <a:prstGeom prst="straightConnector1">
            <a:avLst/>
          </a:prstGeom>
          <a:ln w="9525">
            <a:solidFill>
              <a:srgbClr val="532D22"/>
            </a:solidFill>
            <a:round/>
          </a:ln>
        </p:spPr>
      </p:cxnSp>
      <p:cxnSp>
        <p:nvCxnSpPr>
          <p:cNvPr id="148" name="Google Shape;66;p8"/>
          <p:cNvCxnSpPr/>
          <p:nvPr/>
        </p:nvCxnSpPr>
        <p:spPr>
          <a:xfrm flipH="1">
            <a:off x="557280" y="4914720"/>
            <a:ext cx="7962480" cy="360"/>
          </a:xfrm>
          <a:prstGeom prst="straightConnector1">
            <a:avLst/>
          </a:prstGeom>
          <a:ln w="9525">
            <a:solidFill>
              <a:srgbClr val="532D22"/>
            </a:solidFill>
            <a:round/>
          </a:ln>
        </p:spPr>
      </p:cxnSp>
      <p:sp>
        <p:nvSpPr>
          <p:cNvPr id="149" name="Google Shape;67;p8"/>
          <p:cNvSpPr/>
          <p:nvPr/>
        </p:nvSpPr>
        <p:spPr>
          <a:xfrm>
            <a:off x="241560" y="4799520"/>
            <a:ext cx="236160" cy="230040"/>
          </a:xfrm>
          <a:custGeom>
            <a:avLst/>
            <a:gdLst>
              <a:gd name="textAreaLeft" fmla="*/ 0 w 236160"/>
              <a:gd name="textAreaRight" fmla="*/ 236520 w 236160"/>
              <a:gd name="textAreaTop" fmla="*/ 0 h 230040"/>
              <a:gd name="textAreaBottom" fmla="*/ 230400 h 230040"/>
            </a:gdLst>
            <a:ahLst/>
            <a:cxnLst/>
            <a:rect l="textAreaLeft" t="textAreaTop" r="textAreaRight" b="textAreaBottom"/>
            <a:pathLst>
              <a:path w="700373" h="683133">
                <a:moveTo>
                  <a:pt x="631031" y="547783"/>
                </a:moveTo>
                <a:cubicBezTo>
                  <a:pt x="532829" y="475679"/>
                  <a:pt x="481203" y="422910"/>
                  <a:pt x="478155" y="379762"/>
                </a:cubicBezTo>
                <a:cubicBezTo>
                  <a:pt x="506921" y="380619"/>
                  <a:pt x="545687" y="388525"/>
                  <a:pt x="595313" y="402336"/>
                </a:cubicBezTo>
                <a:cubicBezTo>
                  <a:pt x="544354" y="388144"/>
                  <a:pt x="506254" y="374523"/>
                  <a:pt x="480441" y="360045"/>
                </a:cubicBezTo>
                <a:cubicBezTo>
                  <a:pt x="493967" y="315754"/>
                  <a:pt x="566166" y="281273"/>
                  <a:pt x="700374" y="243840"/>
                </a:cubicBezTo>
                <a:cubicBezTo>
                  <a:pt x="575691" y="278606"/>
                  <a:pt x="499110" y="286988"/>
                  <a:pt x="463772" y="261080"/>
                </a:cubicBezTo>
                <a:cubicBezTo>
                  <a:pt x="481679" y="240506"/>
                  <a:pt x="509302" y="217075"/>
                  <a:pt x="546830" y="189547"/>
                </a:cubicBezTo>
                <a:cubicBezTo>
                  <a:pt x="508635" y="217646"/>
                  <a:pt x="477298" y="237458"/>
                  <a:pt x="451771" y="248698"/>
                </a:cubicBezTo>
                <a:cubicBezTo>
                  <a:pt x="425482" y="210598"/>
                  <a:pt x="446151" y="131254"/>
                  <a:pt x="506063" y="0"/>
                </a:cubicBezTo>
                <a:cubicBezTo>
                  <a:pt x="448151" y="126873"/>
                  <a:pt x="402908" y="193834"/>
                  <a:pt x="358331" y="201073"/>
                </a:cubicBezTo>
                <a:cubicBezTo>
                  <a:pt x="352616" y="174879"/>
                  <a:pt x="350234" y="139637"/>
                  <a:pt x="350234" y="94869"/>
                </a:cubicBezTo>
                <a:cubicBezTo>
                  <a:pt x="350234" y="139732"/>
                  <a:pt x="347853" y="174879"/>
                  <a:pt x="342138" y="201073"/>
                </a:cubicBezTo>
                <a:cubicBezTo>
                  <a:pt x="297561" y="193834"/>
                  <a:pt x="252222" y="126873"/>
                  <a:pt x="194405" y="0"/>
                </a:cubicBezTo>
                <a:cubicBezTo>
                  <a:pt x="254318" y="131159"/>
                  <a:pt x="274987" y="210598"/>
                  <a:pt x="248698" y="248698"/>
                </a:cubicBezTo>
                <a:cubicBezTo>
                  <a:pt x="223171" y="237458"/>
                  <a:pt x="191929" y="217551"/>
                  <a:pt x="153638" y="189547"/>
                </a:cubicBezTo>
                <a:cubicBezTo>
                  <a:pt x="191072" y="217075"/>
                  <a:pt x="218789" y="240506"/>
                  <a:pt x="236601" y="261080"/>
                </a:cubicBezTo>
                <a:cubicBezTo>
                  <a:pt x="201263" y="286988"/>
                  <a:pt x="124587" y="278606"/>
                  <a:pt x="0" y="243840"/>
                </a:cubicBezTo>
                <a:cubicBezTo>
                  <a:pt x="134208" y="281273"/>
                  <a:pt x="206502" y="315849"/>
                  <a:pt x="219933" y="360045"/>
                </a:cubicBezTo>
                <a:cubicBezTo>
                  <a:pt x="194120" y="374428"/>
                  <a:pt x="156020" y="388049"/>
                  <a:pt x="105061" y="402336"/>
                </a:cubicBezTo>
                <a:cubicBezTo>
                  <a:pt x="154686" y="388525"/>
                  <a:pt x="193453" y="380619"/>
                  <a:pt x="222218" y="379762"/>
                </a:cubicBezTo>
                <a:cubicBezTo>
                  <a:pt x="219170" y="422910"/>
                  <a:pt x="167545" y="475679"/>
                  <a:pt x="69342" y="547783"/>
                </a:cubicBezTo>
                <a:cubicBezTo>
                  <a:pt x="173450" y="471297"/>
                  <a:pt x="241745" y="437293"/>
                  <a:pt x="284893" y="450628"/>
                </a:cubicBezTo>
                <a:cubicBezTo>
                  <a:pt x="279654" y="480727"/>
                  <a:pt x="264795" y="521017"/>
                  <a:pt x="241078" y="573024"/>
                </a:cubicBezTo>
                <a:cubicBezTo>
                  <a:pt x="264509" y="521684"/>
                  <a:pt x="284988" y="484537"/>
                  <a:pt x="304133" y="461200"/>
                </a:cubicBezTo>
                <a:cubicBezTo>
                  <a:pt x="337947" y="489109"/>
                  <a:pt x="350234" y="561404"/>
                  <a:pt x="350234" y="683133"/>
                </a:cubicBezTo>
                <a:cubicBezTo>
                  <a:pt x="350234" y="561499"/>
                  <a:pt x="362522" y="489109"/>
                  <a:pt x="396335" y="461200"/>
                </a:cubicBezTo>
                <a:cubicBezTo>
                  <a:pt x="415481" y="484537"/>
                  <a:pt x="435959" y="521780"/>
                  <a:pt x="459391" y="573024"/>
                </a:cubicBezTo>
                <a:cubicBezTo>
                  <a:pt x="435674" y="521017"/>
                  <a:pt x="420719" y="480727"/>
                  <a:pt x="415576" y="450628"/>
                </a:cubicBezTo>
                <a:cubicBezTo>
                  <a:pt x="458724" y="437293"/>
                  <a:pt x="527018" y="471392"/>
                  <a:pt x="631127" y="54778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 name="Google Shape;68;p8"/>
          <p:cNvSpPr/>
          <p:nvPr/>
        </p:nvSpPr>
        <p:spPr>
          <a:xfrm>
            <a:off x="226080" y="109800"/>
            <a:ext cx="249120" cy="236880"/>
          </a:xfrm>
          <a:custGeom>
            <a:avLst/>
            <a:gdLst>
              <a:gd name="textAreaLeft" fmla="*/ 0 w 249120"/>
              <a:gd name="textAreaRight" fmla="*/ 249480 w 249120"/>
              <a:gd name="textAreaTop" fmla="*/ 0 h 236880"/>
              <a:gd name="textAreaBottom" fmla="*/ 237240 h 236880"/>
            </a:gdLst>
            <a:ahLst/>
            <a:cxnLst/>
            <a:rect l="textAreaLeft" t="textAreaTop" r="textAreaRight" b="textAreaBottom"/>
            <a:pathLst>
              <a:path w="627792" h="597026">
                <a:moveTo>
                  <a:pt x="313849" y="0"/>
                </a:moveTo>
                <a:cubicBezTo>
                  <a:pt x="313849" y="235172"/>
                  <a:pt x="247269" y="283559"/>
                  <a:pt x="0" y="228029"/>
                </a:cubicBezTo>
                <a:cubicBezTo>
                  <a:pt x="247269" y="283559"/>
                  <a:pt x="272701" y="361855"/>
                  <a:pt x="119920" y="597027"/>
                </a:cubicBezTo>
                <a:cubicBezTo>
                  <a:pt x="272701" y="361855"/>
                  <a:pt x="354997" y="361855"/>
                  <a:pt x="507873" y="597027"/>
                </a:cubicBezTo>
                <a:cubicBezTo>
                  <a:pt x="355092" y="361855"/>
                  <a:pt x="380428" y="283559"/>
                  <a:pt x="627793" y="228029"/>
                </a:cubicBezTo>
                <a:cubicBezTo>
                  <a:pt x="380524" y="283559"/>
                  <a:pt x="313944" y="235172"/>
                  <a:pt x="31394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
        <p:nvSpPr>
          <p:cNvPr id="152" name="PlaceHolder 2"/>
          <p:cNvSpPr>
            <a:spLocks noGrp="1"/>
          </p:cNvSpPr>
          <p:nvPr>
            <p:ph type="sldNum" idx="18"/>
          </p:nvPr>
        </p:nvSpPr>
        <p:spPr>
          <a:xfrm>
            <a:off x="8598960" y="4839120"/>
            <a:ext cx="315720" cy="151560"/>
          </a:xfrm>
          <a:prstGeom prst="rect">
            <a:avLst/>
          </a:prstGeom>
          <a:noFill/>
          <a:ln w="0">
            <a:noFill/>
          </a:ln>
        </p:spPr>
        <p:txBody>
          <a:bodyPr lIns="91440" tIns="75600" rIns="91440" bIns="75600" anchor="ctr">
            <a:noAutofit/>
          </a:bodyPr>
          <a:lstStyle>
            <a:lvl1pPr indent="0" algn="ctr" defTabSz="914400">
              <a:lnSpc>
                <a:spcPct val="100000"/>
              </a:lnSpc>
              <a:buNone/>
              <a:tabLst>
                <a:tab pos="0" algn="l"/>
              </a:tabLst>
              <a:defRPr lang="en" sz="800" b="0" u="none" strike="noStrike">
                <a:solidFill>
                  <a:schemeClr val="dk1"/>
                </a:solidFill>
                <a:effectLst/>
                <a:uFillTx/>
                <a:latin typeface="Barlow"/>
                <a:ea typeface="Barlow"/>
              </a:defRPr>
            </a:lvl1pPr>
          </a:lstStyle>
          <a:p>
            <a:pPr indent="0" algn="ctr" defTabSz="914400">
              <a:lnSpc>
                <a:spcPct val="100000"/>
              </a:lnSpc>
              <a:buNone/>
              <a:tabLst>
                <a:tab pos="0" algn="l"/>
              </a:tabLst>
            </a:pPr>
            <a:fld id="{D5C5D062-6807-437A-A195-38BA26105EF8}" type="slidenum">
              <a:rPr lang="en" sz="800" b="0" u="none" strike="noStrike">
                <a:solidFill>
                  <a:schemeClr val="dk1"/>
                </a:solidFill>
                <a:effectLst/>
                <a:uFillTx/>
                <a:latin typeface="Barlow"/>
                <a:ea typeface="Barlow"/>
              </a:rPr>
              <a:t>‹#›</a:t>
            </a:fld>
            <a:endParaRPr lang="en-US" sz="800" b="0" u="none" strike="noStrike">
              <a:solidFill>
                <a:srgbClr val="000000"/>
              </a:solidFill>
              <a:effectLst/>
              <a:uFillTx/>
              <a:latin typeface="OpenSymbo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153" name="Google Shape;72;p9"/>
          <p:cNvSpPr/>
          <p:nvPr/>
        </p:nvSpPr>
        <p:spPr>
          <a:xfrm>
            <a:off x="8605080" y="4814280"/>
            <a:ext cx="312840" cy="201240"/>
          </a:xfrm>
          <a:prstGeom prst="ellipse">
            <a:avLst/>
          </a:prstGeom>
          <a:noFill/>
          <a:ln w="9525">
            <a:solidFill>
              <a:srgbClr val="532D22"/>
            </a:solidFill>
            <a:round/>
          </a:ln>
        </p:spPr>
        <p:style>
          <a:lnRef idx="0">
            <a:scrgbClr r="0" g="0" b="0"/>
          </a:lnRef>
          <a:fillRef idx="0">
            <a:scrgbClr r="0" g="0" b="0"/>
          </a:fillRef>
          <a:effectRef idx="0">
            <a:scrgbClr r="0" g="0" b="0"/>
          </a:effectRef>
          <a:fontRef idx="minor"/>
        </p:style>
        <p:txBody>
          <a:bodyPr tIns="70920" bIns="709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54" name="Google Shape;73;p9"/>
          <p:cNvCxnSpPr/>
          <p:nvPr/>
        </p:nvCxnSpPr>
        <p:spPr>
          <a:xfrm flipH="1">
            <a:off x="550800" y="228600"/>
            <a:ext cx="8367480" cy="360"/>
          </a:xfrm>
          <a:prstGeom prst="straightConnector1">
            <a:avLst/>
          </a:prstGeom>
          <a:ln w="9525">
            <a:solidFill>
              <a:srgbClr val="532D22"/>
            </a:solidFill>
            <a:round/>
          </a:ln>
        </p:spPr>
      </p:cxnSp>
      <p:cxnSp>
        <p:nvCxnSpPr>
          <p:cNvPr id="155" name="Google Shape;74;p9"/>
          <p:cNvCxnSpPr/>
          <p:nvPr/>
        </p:nvCxnSpPr>
        <p:spPr>
          <a:xfrm flipH="1">
            <a:off x="557280" y="4914720"/>
            <a:ext cx="7962480" cy="360"/>
          </a:xfrm>
          <a:prstGeom prst="straightConnector1">
            <a:avLst/>
          </a:prstGeom>
          <a:ln w="9525">
            <a:solidFill>
              <a:srgbClr val="532D22"/>
            </a:solidFill>
            <a:round/>
          </a:ln>
        </p:spPr>
      </p:cxnSp>
      <p:sp>
        <p:nvSpPr>
          <p:cNvPr id="156" name="Google Shape;75;p9"/>
          <p:cNvSpPr/>
          <p:nvPr/>
        </p:nvSpPr>
        <p:spPr>
          <a:xfrm>
            <a:off x="241560" y="4799520"/>
            <a:ext cx="236160" cy="230040"/>
          </a:xfrm>
          <a:custGeom>
            <a:avLst/>
            <a:gdLst>
              <a:gd name="textAreaLeft" fmla="*/ 0 w 236160"/>
              <a:gd name="textAreaRight" fmla="*/ 236520 w 236160"/>
              <a:gd name="textAreaTop" fmla="*/ 0 h 230040"/>
              <a:gd name="textAreaBottom" fmla="*/ 230400 h 230040"/>
            </a:gdLst>
            <a:ahLst/>
            <a:cxnLst/>
            <a:rect l="textAreaLeft" t="textAreaTop" r="textAreaRight" b="textAreaBottom"/>
            <a:pathLst>
              <a:path w="700373" h="683133">
                <a:moveTo>
                  <a:pt x="631031" y="547783"/>
                </a:moveTo>
                <a:cubicBezTo>
                  <a:pt x="532829" y="475679"/>
                  <a:pt x="481203" y="422910"/>
                  <a:pt x="478155" y="379762"/>
                </a:cubicBezTo>
                <a:cubicBezTo>
                  <a:pt x="506921" y="380619"/>
                  <a:pt x="545687" y="388525"/>
                  <a:pt x="595313" y="402336"/>
                </a:cubicBezTo>
                <a:cubicBezTo>
                  <a:pt x="544354" y="388144"/>
                  <a:pt x="506254" y="374523"/>
                  <a:pt x="480441" y="360045"/>
                </a:cubicBezTo>
                <a:cubicBezTo>
                  <a:pt x="493967" y="315754"/>
                  <a:pt x="566166" y="281273"/>
                  <a:pt x="700374" y="243840"/>
                </a:cubicBezTo>
                <a:cubicBezTo>
                  <a:pt x="575691" y="278606"/>
                  <a:pt x="499110" y="286988"/>
                  <a:pt x="463772" y="261080"/>
                </a:cubicBezTo>
                <a:cubicBezTo>
                  <a:pt x="481679" y="240506"/>
                  <a:pt x="509302" y="217075"/>
                  <a:pt x="546830" y="189547"/>
                </a:cubicBezTo>
                <a:cubicBezTo>
                  <a:pt x="508635" y="217646"/>
                  <a:pt x="477298" y="237458"/>
                  <a:pt x="451771" y="248698"/>
                </a:cubicBezTo>
                <a:cubicBezTo>
                  <a:pt x="425482" y="210598"/>
                  <a:pt x="446151" y="131254"/>
                  <a:pt x="506063" y="0"/>
                </a:cubicBezTo>
                <a:cubicBezTo>
                  <a:pt x="448151" y="126873"/>
                  <a:pt x="402908" y="193834"/>
                  <a:pt x="358331" y="201073"/>
                </a:cubicBezTo>
                <a:cubicBezTo>
                  <a:pt x="352616" y="174879"/>
                  <a:pt x="350234" y="139637"/>
                  <a:pt x="350234" y="94869"/>
                </a:cubicBezTo>
                <a:cubicBezTo>
                  <a:pt x="350234" y="139732"/>
                  <a:pt x="347853" y="174879"/>
                  <a:pt x="342138" y="201073"/>
                </a:cubicBezTo>
                <a:cubicBezTo>
                  <a:pt x="297561" y="193834"/>
                  <a:pt x="252222" y="126873"/>
                  <a:pt x="194405" y="0"/>
                </a:cubicBezTo>
                <a:cubicBezTo>
                  <a:pt x="254318" y="131159"/>
                  <a:pt x="274987" y="210598"/>
                  <a:pt x="248698" y="248698"/>
                </a:cubicBezTo>
                <a:cubicBezTo>
                  <a:pt x="223171" y="237458"/>
                  <a:pt x="191929" y="217551"/>
                  <a:pt x="153638" y="189547"/>
                </a:cubicBezTo>
                <a:cubicBezTo>
                  <a:pt x="191072" y="217075"/>
                  <a:pt x="218789" y="240506"/>
                  <a:pt x="236601" y="261080"/>
                </a:cubicBezTo>
                <a:cubicBezTo>
                  <a:pt x="201263" y="286988"/>
                  <a:pt x="124587" y="278606"/>
                  <a:pt x="0" y="243840"/>
                </a:cubicBezTo>
                <a:cubicBezTo>
                  <a:pt x="134208" y="281273"/>
                  <a:pt x="206502" y="315849"/>
                  <a:pt x="219933" y="360045"/>
                </a:cubicBezTo>
                <a:cubicBezTo>
                  <a:pt x="194120" y="374428"/>
                  <a:pt x="156020" y="388049"/>
                  <a:pt x="105061" y="402336"/>
                </a:cubicBezTo>
                <a:cubicBezTo>
                  <a:pt x="154686" y="388525"/>
                  <a:pt x="193453" y="380619"/>
                  <a:pt x="222218" y="379762"/>
                </a:cubicBezTo>
                <a:cubicBezTo>
                  <a:pt x="219170" y="422910"/>
                  <a:pt x="167545" y="475679"/>
                  <a:pt x="69342" y="547783"/>
                </a:cubicBezTo>
                <a:cubicBezTo>
                  <a:pt x="173450" y="471297"/>
                  <a:pt x="241745" y="437293"/>
                  <a:pt x="284893" y="450628"/>
                </a:cubicBezTo>
                <a:cubicBezTo>
                  <a:pt x="279654" y="480727"/>
                  <a:pt x="264795" y="521017"/>
                  <a:pt x="241078" y="573024"/>
                </a:cubicBezTo>
                <a:cubicBezTo>
                  <a:pt x="264509" y="521684"/>
                  <a:pt x="284988" y="484537"/>
                  <a:pt x="304133" y="461200"/>
                </a:cubicBezTo>
                <a:cubicBezTo>
                  <a:pt x="337947" y="489109"/>
                  <a:pt x="350234" y="561404"/>
                  <a:pt x="350234" y="683133"/>
                </a:cubicBezTo>
                <a:cubicBezTo>
                  <a:pt x="350234" y="561499"/>
                  <a:pt x="362522" y="489109"/>
                  <a:pt x="396335" y="461200"/>
                </a:cubicBezTo>
                <a:cubicBezTo>
                  <a:pt x="415481" y="484537"/>
                  <a:pt x="435959" y="521780"/>
                  <a:pt x="459391" y="573024"/>
                </a:cubicBezTo>
                <a:cubicBezTo>
                  <a:pt x="435674" y="521017"/>
                  <a:pt x="420719" y="480727"/>
                  <a:pt x="415576" y="450628"/>
                </a:cubicBezTo>
                <a:cubicBezTo>
                  <a:pt x="458724" y="437293"/>
                  <a:pt x="527018" y="471392"/>
                  <a:pt x="631127" y="54778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 name="Google Shape;76;p9"/>
          <p:cNvSpPr/>
          <p:nvPr/>
        </p:nvSpPr>
        <p:spPr>
          <a:xfrm>
            <a:off x="226080" y="109800"/>
            <a:ext cx="249120" cy="236880"/>
          </a:xfrm>
          <a:custGeom>
            <a:avLst/>
            <a:gdLst>
              <a:gd name="textAreaLeft" fmla="*/ 0 w 249120"/>
              <a:gd name="textAreaRight" fmla="*/ 249480 w 249120"/>
              <a:gd name="textAreaTop" fmla="*/ 0 h 236880"/>
              <a:gd name="textAreaBottom" fmla="*/ 237240 h 236880"/>
            </a:gdLst>
            <a:ahLst/>
            <a:cxnLst/>
            <a:rect l="textAreaLeft" t="textAreaTop" r="textAreaRight" b="textAreaBottom"/>
            <a:pathLst>
              <a:path w="627792" h="597026">
                <a:moveTo>
                  <a:pt x="313849" y="0"/>
                </a:moveTo>
                <a:cubicBezTo>
                  <a:pt x="313849" y="235172"/>
                  <a:pt x="247269" y="283559"/>
                  <a:pt x="0" y="228029"/>
                </a:cubicBezTo>
                <a:cubicBezTo>
                  <a:pt x="247269" y="283559"/>
                  <a:pt x="272701" y="361855"/>
                  <a:pt x="119920" y="597027"/>
                </a:cubicBezTo>
                <a:cubicBezTo>
                  <a:pt x="272701" y="361855"/>
                  <a:pt x="354997" y="361855"/>
                  <a:pt x="507873" y="597027"/>
                </a:cubicBezTo>
                <a:cubicBezTo>
                  <a:pt x="355092" y="361855"/>
                  <a:pt x="380428" y="283559"/>
                  <a:pt x="627793" y="228029"/>
                </a:cubicBezTo>
                <a:cubicBezTo>
                  <a:pt x="380524" y="283559"/>
                  <a:pt x="313944" y="235172"/>
                  <a:pt x="31394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59" name="PlaceHolder 2"/>
          <p:cNvSpPr>
            <a:spLocks noGrp="1"/>
          </p:cNvSpPr>
          <p:nvPr>
            <p:ph type="sldNum" idx="19"/>
          </p:nvPr>
        </p:nvSpPr>
        <p:spPr>
          <a:xfrm>
            <a:off x="8598960" y="4839120"/>
            <a:ext cx="315720" cy="151560"/>
          </a:xfrm>
          <a:prstGeom prst="rect">
            <a:avLst/>
          </a:prstGeom>
          <a:noFill/>
          <a:ln w="0">
            <a:noFill/>
          </a:ln>
        </p:spPr>
        <p:txBody>
          <a:bodyPr lIns="91440" tIns="75600" rIns="91440" bIns="75600" anchor="ctr">
            <a:noAutofit/>
          </a:bodyPr>
          <a:lstStyle>
            <a:lvl1pPr indent="0" algn="ctr" defTabSz="914400">
              <a:lnSpc>
                <a:spcPct val="100000"/>
              </a:lnSpc>
              <a:buNone/>
              <a:tabLst>
                <a:tab pos="0" algn="l"/>
              </a:tabLst>
              <a:defRPr lang="en" sz="800" b="0" u="none" strike="noStrike">
                <a:solidFill>
                  <a:schemeClr val="dk1"/>
                </a:solidFill>
                <a:effectLst/>
                <a:uFillTx/>
                <a:latin typeface="Barlow"/>
                <a:ea typeface="Barlow"/>
              </a:defRPr>
            </a:lvl1pPr>
          </a:lstStyle>
          <a:p>
            <a:pPr indent="0" algn="ctr" defTabSz="914400">
              <a:lnSpc>
                <a:spcPct val="100000"/>
              </a:lnSpc>
              <a:buNone/>
              <a:tabLst>
                <a:tab pos="0" algn="l"/>
              </a:tabLst>
            </a:pPr>
            <a:fld id="{B046F073-5313-4425-A4C8-A788F1CF2DA1}" type="slidenum">
              <a:rPr lang="en" sz="800" b="0" u="none" strike="noStrike">
                <a:solidFill>
                  <a:schemeClr val="dk1"/>
                </a:solidFill>
                <a:effectLst/>
                <a:uFillTx/>
                <a:latin typeface="Barlow"/>
                <a:ea typeface="Barlow"/>
              </a:rPr>
              <a:t>‹#›</a:t>
            </a:fld>
            <a:endParaRPr lang="en-US" sz="800" b="0" u="none" strike="noStrike">
              <a:solidFill>
                <a:srgbClr val="000000"/>
              </a:solidFill>
              <a:effectLst/>
              <a:uFillTx/>
              <a:latin typeface="OpenSymbo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160"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61" name="PlaceHolder 2"/>
          <p:cNvSpPr>
            <a:spLocks noGrp="1"/>
          </p:cNvSpPr>
          <p:nvPr>
            <p:ph type="title"/>
          </p:nvPr>
        </p:nvSpPr>
        <p:spPr>
          <a:xfrm>
            <a:off x="228600" y="3491280"/>
            <a:ext cx="8686440" cy="902520"/>
          </a:xfrm>
          <a:prstGeom prst="rect">
            <a:avLst/>
          </a:prstGeom>
          <a:noFill/>
          <a:ln w="0">
            <a:noFill/>
          </a:ln>
        </p:spPr>
        <p:txBody>
          <a:bodyPr lIns="91440" tIns="91440" rIns="91440" bIns="91440" anchor="ctr">
            <a:noAutofit/>
          </a:bodyPr>
          <a:lstStyle/>
          <a:p>
            <a:pPr indent="0">
              <a:buNone/>
            </a:pPr>
            <a:r>
              <a:rPr lang="fr-FR" sz="1000" b="0" u="none" strike="noStrike">
                <a:solidFill>
                  <a:schemeClr val="dk1"/>
                </a:solidFill>
                <a:effectLst/>
                <a:uFillTx/>
                <a:latin typeface="Arial"/>
              </a:rPr>
              <a:t>Click to edit the title text format</a:t>
            </a:r>
          </a:p>
        </p:txBody>
      </p:sp>
      <p:sp>
        <p:nvSpPr>
          <p:cNvPr id="162" name="PlaceHolder 3"/>
          <p:cNvSpPr>
            <a:spLocks noGrp="1"/>
          </p:cNvSpPr>
          <p:nvPr>
            <p:ph type="sldNum" idx="20"/>
          </p:nvPr>
        </p:nvSpPr>
        <p:spPr>
          <a:xfrm>
            <a:off x="8598960" y="4839120"/>
            <a:ext cx="315720" cy="151560"/>
          </a:xfrm>
          <a:prstGeom prst="rect">
            <a:avLst/>
          </a:prstGeom>
          <a:noFill/>
          <a:ln w="0">
            <a:noFill/>
          </a:ln>
        </p:spPr>
        <p:txBody>
          <a:bodyPr lIns="91440" tIns="75600" rIns="91440" bIns="75600" anchor="ctr">
            <a:noAutofit/>
          </a:bodyPr>
          <a:lstStyle>
            <a:lvl1pPr indent="0" algn="ctr" defTabSz="914400">
              <a:lnSpc>
                <a:spcPct val="100000"/>
              </a:lnSpc>
              <a:buNone/>
              <a:tabLst>
                <a:tab pos="0" algn="l"/>
              </a:tabLst>
              <a:defRPr lang="en" sz="800" b="0" u="none" strike="noStrike">
                <a:solidFill>
                  <a:schemeClr val="dk2"/>
                </a:solidFill>
                <a:effectLst/>
                <a:uFillTx/>
                <a:latin typeface="Barlow"/>
                <a:ea typeface="Barlow"/>
              </a:defRPr>
            </a:lvl1pPr>
          </a:lstStyle>
          <a:p>
            <a:pPr indent="0" algn="ctr" defTabSz="914400">
              <a:lnSpc>
                <a:spcPct val="100000"/>
              </a:lnSpc>
              <a:buNone/>
              <a:tabLst>
                <a:tab pos="0" algn="l"/>
              </a:tabLst>
            </a:pPr>
            <a:fld id="{620F8A43-9A7D-49D9-9A4B-2C94B7E3A4D7}" type="slidenum">
              <a:rPr lang="en" sz="800" b="0" u="none" strike="noStrike">
                <a:solidFill>
                  <a:schemeClr val="dk2"/>
                </a:solidFill>
                <a:effectLst/>
                <a:uFillTx/>
                <a:latin typeface="Barlow"/>
                <a:ea typeface="Barlow"/>
              </a:rPr>
              <a:t>‹#›</a:t>
            </a:fld>
            <a:endParaRPr lang="en-US" sz="800" b="0" u="none" strike="noStrike">
              <a:solidFill>
                <a:srgbClr val="000000"/>
              </a:solidFill>
              <a:effectLst/>
              <a:uFillTx/>
              <a:latin typeface="OpenSymbo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163" name="Google Shape;228;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64"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165" name="Google Shape;231;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66"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67"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slideLayout" Target="../slideLayouts/slideLayout18.xml" /><Relationship Id="rId3" Type="http://schemas.openxmlformats.org/officeDocument/2006/relationships/slideLayout" Target="../slideLayouts/slideLayout3.xml" /><Relationship Id="rId21" Type="http://schemas.openxmlformats.org/officeDocument/2006/relationships/slideLayout" Target="../slideLayouts/slideLayout21.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slideLayout" Target="../slideLayouts/slideLayout20.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slideLayout" Target="../slideLayouts/slideLayout19.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theme" Target="../theme/theme1.xml" /></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 /><Relationship Id="rId2" Type="http://schemas.openxmlformats.org/officeDocument/2006/relationships/slideLayout" Target="../slideLayouts/slideLayout23.xml" /><Relationship Id="rId1" Type="http://schemas.openxmlformats.org/officeDocument/2006/relationships/slideLayout" Target="../slideLayouts/slideLayout22.xml" /><Relationship Id="rId4" Type="http://schemas.openxmlformats.org/officeDocument/2006/relationships/theme" Target="../theme/theme2.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17.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5.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1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1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9.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17.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 name="Google Shape;238;p27"/>
          <p:cNvPicPr/>
          <p:nvPr/>
        </p:nvPicPr>
        <p:blipFill>
          <a:blip r:embed="rId2"/>
          <a:stretch/>
        </p:blipFill>
        <p:spPr>
          <a:xfrm>
            <a:off x="0" y="-1800"/>
            <a:ext cx="9143640" cy="5143320"/>
          </a:xfrm>
          <a:prstGeom prst="rect">
            <a:avLst/>
          </a:prstGeom>
          <a:noFill/>
          <a:ln w="0">
            <a:noFill/>
          </a:ln>
        </p:spPr>
      </p:pic>
      <p:sp>
        <p:nvSpPr>
          <p:cNvPr id="169" name="PlaceHolder 1"/>
          <p:cNvSpPr>
            <a:spLocks noGrp="1"/>
          </p:cNvSpPr>
          <p:nvPr>
            <p:ph type="title"/>
          </p:nvPr>
        </p:nvSpPr>
        <p:spPr>
          <a:xfrm>
            <a:off x="447840" y="380880"/>
            <a:ext cx="4838400" cy="2314080"/>
          </a:xfrm>
          <a:prstGeom prst="rect">
            <a:avLst/>
          </a:prstGeom>
          <a:noFill/>
          <a:ln w="0">
            <a:noFill/>
          </a:ln>
          <a:effectLst>
            <a:outerShdw blurRad="57240" dist="19080" dir="5400000" rotWithShape="0">
              <a:srgbClr val="000000">
                <a:alpha val="50000"/>
              </a:srgbClr>
            </a:outerShdw>
          </a:effectLst>
        </p:spPr>
        <p:txBody>
          <a:bodyPr lIns="91440" tIns="91440" rIns="91440" bIns="91440" anchor="b">
            <a:normAutofit/>
          </a:bodyPr>
          <a:lstStyle/>
          <a:p>
            <a:pPr indent="0">
              <a:lnSpc>
                <a:spcPct val="80000"/>
              </a:lnSpc>
              <a:buNone/>
              <a:tabLst>
                <a:tab pos="0" algn="l"/>
              </a:tabLst>
            </a:pPr>
            <a:r>
              <a:rPr lang="en-US" sz="7200" b="0" u="none" strike="noStrike">
                <a:solidFill>
                  <a:schemeClr val="dk2"/>
                </a:solidFill>
                <a:effectLst/>
                <a:uFillTx/>
                <a:latin typeface="Alex Brush"/>
                <a:ea typeface="Barlow"/>
              </a:rPr>
              <a:t>Women </a:t>
            </a:r>
            <a:r>
              <a:rPr lang="en-US" sz="5500" b="0" u="none" strike="noStrike">
                <a:solidFill>
                  <a:schemeClr val="dk2"/>
                </a:solidFill>
                <a:effectLst/>
                <a:uFillTx/>
                <a:latin typeface="Barlow"/>
                <a:ea typeface="Barlow"/>
              </a:rPr>
              <a:t>Safety </a:t>
            </a:r>
            <a:endParaRPr lang="fr-FR" sz="5500" b="0" u="none" strike="noStrike">
              <a:solidFill>
                <a:schemeClr val="dk1"/>
              </a:solidFill>
              <a:effectLst/>
              <a:uFillTx/>
              <a:latin typeface="Arial"/>
            </a:endParaRPr>
          </a:p>
        </p:txBody>
      </p:sp>
      <p:sp>
        <p:nvSpPr>
          <p:cNvPr id="170" name="PlaceHolder 2"/>
          <p:cNvSpPr>
            <a:spLocks noGrp="1"/>
          </p:cNvSpPr>
          <p:nvPr>
            <p:ph type="subTitle"/>
          </p:nvPr>
        </p:nvSpPr>
        <p:spPr>
          <a:xfrm>
            <a:off x="581040" y="2781360"/>
            <a:ext cx="3657240" cy="894960"/>
          </a:xfrm>
          <a:prstGeom prst="rect">
            <a:avLst/>
          </a:prstGeom>
          <a:noFill/>
          <a:ln w="0">
            <a:noFill/>
          </a:ln>
          <a:effectLst>
            <a:outerShdw blurRad="57240" dist="19080" dir="5400000" rotWithShape="0">
              <a:srgbClr val="000000">
                <a:alpha val="50000"/>
              </a:srgbClr>
            </a:outerShdw>
          </a:effectLst>
        </p:spPr>
        <p:txBody>
          <a:bodyPr lIns="91440" tIns="91440" rIns="91440" bIns="91440" anchor="t">
            <a:normAutofit/>
          </a:bodyPr>
          <a:lstStyle/>
          <a:p>
            <a:pPr indent="0" algn="ctr">
              <a:lnSpc>
                <a:spcPct val="100000"/>
              </a:lnSpc>
              <a:buNone/>
              <a:tabLst>
                <a:tab pos="0" algn="l"/>
              </a:tabLst>
            </a:pPr>
            <a:r>
              <a:rPr lang="en-US" sz="1600" b="0" u="none" strike="noStrike">
                <a:solidFill>
                  <a:schemeClr val="dk2"/>
                </a:solidFill>
                <a:effectLst/>
                <a:uFillTx/>
                <a:latin typeface="Barlow"/>
                <a:ea typeface="Barlow"/>
              </a:rPr>
              <a:t>Smart SOS System</a:t>
            </a:r>
            <a:endParaRPr lang="en-US" sz="1600" b="0" u="none" strike="noStrike">
              <a:solidFill>
                <a:srgbClr val="000000"/>
              </a:solidFill>
              <a:effectLst/>
              <a:uFillTx/>
              <a:latin typeface="OpenSymbol"/>
            </a:endParaRPr>
          </a:p>
        </p:txBody>
      </p:sp>
      <p:grpSp>
        <p:nvGrpSpPr>
          <p:cNvPr id="171" name="Google Shape;241;p27"/>
          <p:cNvGrpSpPr/>
          <p:nvPr/>
        </p:nvGrpSpPr>
        <p:grpSpPr>
          <a:xfrm>
            <a:off x="228600" y="109080"/>
            <a:ext cx="8708040" cy="4906440"/>
            <a:chOff x="228600" y="109080"/>
            <a:chExt cx="8708040" cy="4906440"/>
          </a:xfrm>
        </p:grpSpPr>
        <p:sp>
          <p:nvSpPr>
            <p:cNvPr id="172" name="Google Shape;242;p27"/>
            <p:cNvSpPr/>
            <p:nvPr/>
          </p:nvSpPr>
          <p:spPr>
            <a:xfrm>
              <a:off x="8605080" y="4814280"/>
              <a:ext cx="312840" cy="2012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70920" bIns="709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73" name="Google Shape;243;p27"/>
            <p:cNvCxnSpPr/>
            <p:nvPr/>
          </p:nvCxnSpPr>
          <p:spPr>
            <a:xfrm flipH="1">
              <a:off x="234720" y="228600"/>
              <a:ext cx="8367480" cy="360"/>
            </a:xfrm>
            <a:prstGeom prst="straightConnector1">
              <a:avLst/>
            </a:prstGeom>
            <a:ln w="9525">
              <a:solidFill>
                <a:srgbClr val="FFFFFF"/>
              </a:solidFill>
              <a:round/>
            </a:ln>
          </p:spPr>
        </p:cxnSp>
        <p:sp>
          <p:nvSpPr>
            <p:cNvPr id="174" name="Google Shape;244;p27"/>
            <p:cNvSpPr/>
            <p:nvPr/>
          </p:nvSpPr>
          <p:spPr>
            <a:xfrm>
              <a:off x="8691840" y="109080"/>
              <a:ext cx="244800" cy="238680"/>
            </a:xfrm>
            <a:custGeom>
              <a:avLst/>
              <a:gdLst>
                <a:gd name="textAreaLeft" fmla="*/ 0 w 244800"/>
                <a:gd name="textAreaRight" fmla="*/ 245160 w 244800"/>
                <a:gd name="textAreaTop" fmla="*/ 0 h 238680"/>
                <a:gd name="textAreaBottom" fmla="*/ 239040 h 238680"/>
              </a:gdLst>
              <a:ahLst/>
              <a:cxnLst/>
              <a:rect l="textAreaLeft" t="textAreaTop" r="textAreaRight" b="textAreaBottom"/>
              <a:pathLst>
                <a:path w="700373" h="682942">
                  <a:moveTo>
                    <a:pt x="350234" y="0"/>
                  </a:moveTo>
                  <a:cubicBezTo>
                    <a:pt x="350234" y="268986"/>
                    <a:pt x="290703" y="297656"/>
                    <a:pt x="69342" y="135255"/>
                  </a:cubicBezTo>
                  <a:cubicBezTo>
                    <a:pt x="290608" y="297751"/>
                    <a:pt x="275939" y="362140"/>
                    <a:pt x="0" y="439198"/>
                  </a:cubicBezTo>
                  <a:cubicBezTo>
                    <a:pt x="275939" y="362236"/>
                    <a:pt x="317183" y="413861"/>
                    <a:pt x="194310" y="682942"/>
                  </a:cubicBezTo>
                  <a:cubicBezTo>
                    <a:pt x="317087" y="413956"/>
                    <a:pt x="383191" y="413956"/>
                    <a:pt x="506063" y="682942"/>
                  </a:cubicBezTo>
                  <a:cubicBezTo>
                    <a:pt x="383286" y="413956"/>
                    <a:pt x="424529" y="362236"/>
                    <a:pt x="700373" y="439198"/>
                  </a:cubicBezTo>
                  <a:cubicBezTo>
                    <a:pt x="424434" y="362236"/>
                    <a:pt x="409766" y="297751"/>
                    <a:pt x="631031" y="135255"/>
                  </a:cubicBezTo>
                  <a:cubicBezTo>
                    <a:pt x="409766" y="297751"/>
                    <a:pt x="350139" y="268986"/>
                    <a:pt x="350139"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75" name="Google Shape;245;p27"/>
            <p:cNvGrpSpPr/>
            <p:nvPr/>
          </p:nvGrpSpPr>
          <p:grpSpPr>
            <a:xfrm>
              <a:off x="228600" y="4813920"/>
              <a:ext cx="201240" cy="201240"/>
              <a:chOff x="228600" y="4813920"/>
              <a:chExt cx="201240" cy="201240"/>
            </a:xfrm>
          </p:grpSpPr>
          <p:sp>
            <p:nvSpPr>
              <p:cNvPr id="176" name="Google Shape;246;p27"/>
              <p:cNvSpPr/>
              <p:nvPr/>
            </p:nvSpPr>
            <p:spPr>
              <a:xfrm>
                <a:off x="228600" y="4813920"/>
                <a:ext cx="201240" cy="201240"/>
              </a:xfrm>
              <a:custGeom>
                <a:avLst/>
                <a:gdLst>
                  <a:gd name="textAreaLeft" fmla="*/ 0 w 201240"/>
                  <a:gd name="textAreaRight" fmla="*/ 201600 w 201240"/>
                  <a:gd name="textAreaTop" fmla="*/ 0 h 201240"/>
                  <a:gd name="textAreaBottom" fmla="*/ 201600 h 201240"/>
                </a:gdLst>
                <a:ahLst/>
                <a:cxnLst/>
                <a:rect l="textAreaLeft" t="textAreaTop" r="textAreaRight" b="textAreaBottom"/>
                <a:pathLst>
                  <a:path w="741806" h="741806">
                    <a:moveTo>
                      <a:pt x="741807" y="370904"/>
                    </a:moveTo>
                    <a:cubicBezTo>
                      <a:pt x="380429" y="376142"/>
                      <a:pt x="376142" y="380429"/>
                      <a:pt x="370904" y="741807"/>
                    </a:cubicBezTo>
                    <a:cubicBezTo>
                      <a:pt x="365665" y="380429"/>
                      <a:pt x="361379" y="376142"/>
                      <a:pt x="0" y="370904"/>
                    </a:cubicBezTo>
                    <a:cubicBezTo>
                      <a:pt x="361379" y="365665"/>
                      <a:pt x="365665" y="361379"/>
                      <a:pt x="370904" y="0"/>
                    </a:cubicBezTo>
                    <a:cubicBezTo>
                      <a:pt x="376142" y="361379"/>
                      <a:pt x="380429" y="365665"/>
                      <a:pt x="741807" y="370904"/>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 name="Google Shape;247;p27"/>
              <p:cNvSpPr/>
              <p:nvPr/>
            </p:nvSpPr>
            <p:spPr>
              <a:xfrm>
                <a:off x="228600" y="4813920"/>
                <a:ext cx="201240" cy="201240"/>
              </a:xfrm>
              <a:custGeom>
                <a:avLst/>
                <a:gdLst>
                  <a:gd name="textAreaLeft" fmla="*/ 0 w 201240"/>
                  <a:gd name="textAreaRight" fmla="*/ 201600 w 201240"/>
                  <a:gd name="textAreaTop" fmla="*/ 0 h 201240"/>
                  <a:gd name="textAreaBottom" fmla="*/ 201600 h 201240"/>
                </a:gdLst>
                <a:ahLst/>
                <a:cxnLst/>
                <a:rect l="textAreaLeft" t="textAreaTop" r="textAreaRight" b="textAreaBottom"/>
                <a:pathLst>
                  <a:path w="741806" h="741806">
                    <a:moveTo>
                      <a:pt x="741807" y="370904"/>
                    </a:moveTo>
                    <a:cubicBezTo>
                      <a:pt x="380429" y="376142"/>
                      <a:pt x="376142" y="380429"/>
                      <a:pt x="370904" y="741807"/>
                    </a:cubicBezTo>
                    <a:cubicBezTo>
                      <a:pt x="365665" y="380429"/>
                      <a:pt x="361379" y="376142"/>
                      <a:pt x="0" y="370904"/>
                    </a:cubicBezTo>
                    <a:cubicBezTo>
                      <a:pt x="361379" y="365665"/>
                      <a:pt x="365665" y="361379"/>
                      <a:pt x="370904" y="0"/>
                    </a:cubicBezTo>
                    <a:cubicBezTo>
                      <a:pt x="376142" y="361379"/>
                      <a:pt x="380429" y="365665"/>
                      <a:pt x="741807" y="370904"/>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cxnSp>
          <p:nvCxnSpPr>
            <p:cNvPr id="178" name="Google Shape;248;p27"/>
            <p:cNvCxnSpPr/>
            <p:nvPr/>
          </p:nvCxnSpPr>
          <p:spPr>
            <a:xfrm flipH="1">
              <a:off x="557280" y="4914720"/>
              <a:ext cx="7962480" cy="360"/>
            </a:xfrm>
            <a:prstGeom prst="straightConnector1">
              <a:avLst/>
            </a:prstGeom>
            <a:ln w="9525">
              <a:solidFill>
                <a:srgbClr val="FFFFFF"/>
              </a:solidFill>
              <a:round/>
            </a:ln>
          </p:spPr>
        </p:cxnSp>
      </p:grpSp>
      <p:sp>
        <p:nvSpPr>
          <p:cNvPr id="179" name="PlaceHolder 3"/>
          <p:cNvSpPr>
            <a:spLocks noGrp="1"/>
          </p:cNvSpPr>
          <p:nvPr>
            <p:ph type="sldNum" idx="21"/>
          </p:nvPr>
        </p:nvSpPr>
        <p:spPr>
          <a:xfrm>
            <a:off x="8601120" y="4838760"/>
            <a:ext cx="313920" cy="151920"/>
          </a:xfrm>
          <a:prstGeom prst="rect">
            <a:avLst/>
          </a:prstGeom>
          <a:noFill/>
          <a:ln w="0">
            <a:noFill/>
          </a:ln>
          <a:effectLst>
            <a:outerShdw blurRad="57240" dist="19080" dir="5400000" rotWithShape="0">
              <a:srgbClr val="000000">
                <a:alpha val="50000"/>
              </a:srgbClr>
            </a:outerShdw>
          </a:effectLst>
        </p:spPr>
        <p:txBody>
          <a:bodyPr lIns="91440" tIns="75960" rIns="91440" bIns="75960" anchor="ctr">
            <a:normAutofit fontScale="25000" lnSpcReduction="19999"/>
          </a:bodyPr>
          <a:lstStyle>
            <a:lvl1pPr indent="0" algn="ctr" defTabSz="914400">
              <a:lnSpc>
                <a:spcPct val="100000"/>
              </a:lnSpc>
              <a:buNone/>
              <a:tabLst>
                <a:tab pos="0" algn="l"/>
              </a:tabLst>
              <a:defRPr lang="fr-FR" sz="800" b="0" u="none" strike="noStrike">
                <a:solidFill>
                  <a:schemeClr val="dk2"/>
                </a:solidFill>
                <a:effectLst/>
                <a:uFillTx/>
                <a:latin typeface="Barlow"/>
                <a:ea typeface="Barlow"/>
              </a:defRPr>
            </a:lvl1pPr>
          </a:lstStyle>
          <a:p>
            <a:pPr indent="0" algn="ctr" defTabSz="914400">
              <a:lnSpc>
                <a:spcPct val="100000"/>
              </a:lnSpc>
              <a:buNone/>
              <a:tabLst>
                <a:tab pos="0" algn="l"/>
              </a:tabLst>
            </a:pPr>
            <a:fld id="{090CE022-413F-403F-95B7-743E9A16DFA0}" type="slidenum">
              <a:rPr lang="fr-FR" sz="800" b="0" u="none" strike="noStrike">
                <a:solidFill>
                  <a:schemeClr val="dk2"/>
                </a:solidFill>
                <a:effectLst/>
                <a:uFillTx/>
                <a:latin typeface="Barlow"/>
                <a:ea typeface="Barlow"/>
              </a:rPr>
              <a:t>1</a:t>
            </a:fld>
            <a:endParaRPr lang="en-US" sz="800" b="0" u="none" strike="noStrike">
              <a:solidFill>
                <a:srgbClr val="000000"/>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228600" y="419040"/>
            <a:ext cx="5390640" cy="10951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400" b="0" u="none" strike="noStrike">
                <a:solidFill>
                  <a:schemeClr val="dk1"/>
                </a:solidFill>
                <a:effectLst/>
                <a:uFillTx/>
                <a:latin typeface="Alex Brush"/>
                <a:ea typeface="Barlow"/>
              </a:rPr>
              <a:t>Introduction </a:t>
            </a:r>
            <a:endParaRPr lang="fr-FR" sz="3400" b="0" u="none" strike="noStrike">
              <a:solidFill>
                <a:schemeClr val="dk1"/>
              </a:solidFill>
              <a:effectLst/>
              <a:uFillTx/>
              <a:latin typeface="Arial"/>
            </a:endParaRPr>
          </a:p>
        </p:txBody>
      </p:sp>
      <p:sp>
        <p:nvSpPr>
          <p:cNvPr id="181" name="PlaceHolder 2"/>
          <p:cNvSpPr>
            <a:spLocks noGrp="1"/>
          </p:cNvSpPr>
          <p:nvPr>
            <p:ph type="subTitle"/>
          </p:nvPr>
        </p:nvSpPr>
        <p:spPr>
          <a:xfrm>
            <a:off x="228600" y="1666800"/>
            <a:ext cx="5390640" cy="287604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Barlow"/>
                <a:ea typeface="Barlow"/>
              </a:rPr>
              <a:t>This project focuses on a </a:t>
            </a:r>
            <a:r>
              <a:rPr lang="en-US" sz="1200" b="0" i="1" u="none" strike="noStrike">
                <a:solidFill>
                  <a:schemeClr val="dk1"/>
                </a:solidFill>
                <a:effectLst/>
                <a:uFillTx/>
                <a:latin typeface="Barlow"/>
                <a:ea typeface="Barlow"/>
              </a:rPr>
              <a:t>Women Safety Website</a:t>
            </a:r>
            <a:r>
              <a:rPr lang="en-US" sz="1200" b="0" u="none" strike="noStrike">
                <a:solidFill>
                  <a:schemeClr val="dk1"/>
                </a:solidFill>
                <a:effectLst/>
                <a:uFillTx/>
                <a:latin typeface="Barlow"/>
                <a:ea typeface="Barlow"/>
              </a:rPr>
              <a:t> enabling instant help through a one-click SOS alert system. It leverages </a:t>
            </a:r>
            <a:r>
              <a:rPr lang="en-US" sz="1200" b="0" i="1" u="none" strike="noStrike">
                <a:solidFill>
                  <a:schemeClr val="dk1"/>
                </a:solidFill>
                <a:effectLst/>
                <a:uFillTx/>
                <a:latin typeface="Barlow"/>
                <a:ea typeface="Barlow"/>
              </a:rPr>
              <a:t>real-time location tracking</a:t>
            </a:r>
            <a:r>
              <a:rPr lang="en-US" sz="1200" b="0" u="none" strike="noStrike">
                <a:solidFill>
                  <a:schemeClr val="dk1"/>
                </a:solidFill>
                <a:effectLst/>
                <a:uFillTx/>
                <a:latin typeface="Barlow"/>
                <a:ea typeface="Barlow"/>
              </a:rPr>
              <a:t> and cloud technologies to ensure quick response from emergency contacts and police stations. The aim is to enhance security and reduce response time in critical situations by combining web and geolocation technologies.</a:t>
            </a:r>
            <a:endParaRPr lang="en-US" sz="1200" b="0" u="none" strike="noStrike">
              <a:solidFill>
                <a:srgbClr val="000000"/>
              </a:solidFill>
              <a:effectLst/>
              <a:uFillTx/>
              <a:latin typeface="OpenSymbol"/>
            </a:endParaRPr>
          </a:p>
        </p:txBody>
      </p:sp>
      <p:sp>
        <p:nvSpPr>
          <p:cNvPr id="182" name="PlaceHolder 3"/>
          <p:cNvSpPr>
            <a:spLocks noGrp="1"/>
          </p:cNvSpPr>
          <p:nvPr>
            <p:ph type="sldNum" idx="22"/>
          </p:nvPr>
        </p:nvSpPr>
        <p:spPr>
          <a:xfrm>
            <a:off x="8601120" y="4777920"/>
            <a:ext cx="313920" cy="273960"/>
          </a:xfrm>
          <a:prstGeom prst="rect">
            <a:avLst/>
          </a:prstGeom>
          <a:noFill/>
          <a:ln w="0">
            <a:noFill/>
          </a:ln>
        </p:spPr>
        <p:txBody>
          <a:bodyPr lIns="91440" tIns="75960" rIns="91440" bIns="75960" anchor="ctr">
            <a:spAutoFit/>
          </a:bodyPr>
          <a:lstStyle>
            <a:lvl1pPr indent="0" algn="ctr" defTabSz="914400">
              <a:lnSpc>
                <a:spcPct val="100000"/>
              </a:lnSpc>
              <a:buNone/>
              <a:tabLst>
                <a:tab pos="0" algn="l"/>
              </a:tabLst>
              <a:defRPr lang="fr-FR" sz="800" b="0" u="none" strike="noStrike">
                <a:solidFill>
                  <a:schemeClr val="dk1"/>
                </a:solidFill>
                <a:effectLst/>
                <a:uFillTx/>
                <a:latin typeface="Barlow"/>
                <a:ea typeface="Barlow"/>
              </a:defRPr>
            </a:lvl1pPr>
          </a:lstStyle>
          <a:p>
            <a:pPr indent="0" algn="ctr" defTabSz="914400">
              <a:lnSpc>
                <a:spcPct val="100000"/>
              </a:lnSpc>
              <a:buNone/>
              <a:tabLst>
                <a:tab pos="0" algn="l"/>
              </a:tabLst>
            </a:pPr>
            <a:fld id="{9E2AE94F-8ABC-4D01-95D4-4CCD70BACA1E}" type="slidenum">
              <a:rPr lang="fr-FR" sz="800" b="0" u="none" strike="noStrike">
                <a:solidFill>
                  <a:schemeClr val="dk1"/>
                </a:solidFill>
                <a:effectLst/>
                <a:uFillTx/>
                <a:latin typeface="Barlow"/>
                <a:ea typeface="Barlow"/>
              </a:rPr>
              <a:t>2</a:t>
            </a:fld>
            <a:endParaRPr lang="en-US" sz="800" b="0" u="none" strike="noStrike">
              <a:solidFill>
                <a:srgbClr val="000000"/>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Rectangle 182"/>
          <p:cNvSpPr/>
          <p:nvPr/>
        </p:nvSpPr>
        <p:spPr>
          <a:xfrm>
            <a:off x="476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01</a:t>
            </a:r>
            <a:endParaRPr lang="en-US" sz="5000" b="0" u="none" strike="noStrike">
              <a:solidFill>
                <a:srgbClr val="000000"/>
              </a:solidFill>
              <a:effectLst/>
              <a:uFillTx/>
              <a:latin typeface="OpenSymbol"/>
            </a:endParaRPr>
          </a:p>
        </p:txBody>
      </p:sp>
      <p:sp>
        <p:nvSpPr>
          <p:cNvPr id="184" name="Rectangle 183"/>
          <p:cNvSpPr/>
          <p:nvPr/>
        </p:nvSpPr>
        <p:spPr>
          <a:xfrm>
            <a:off x="476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0" u="none" strike="noStrike">
                <a:solidFill>
                  <a:schemeClr val="dk1"/>
                </a:solidFill>
                <a:effectLst/>
                <a:uFillTx/>
                <a:latin typeface="Alex Brush"/>
              </a:rPr>
              <a:t>Project </a:t>
            </a:r>
            <a:r>
              <a:rPr lang="en-US" sz="4000" b="0" u="none" strike="noStrike">
                <a:solidFill>
                  <a:schemeClr val="dk1"/>
                </a:solidFill>
                <a:effectLst/>
                <a:uFillTx/>
                <a:latin typeface="Barlow"/>
              </a:rPr>
              <a:t>Concept</a:t>
            </a:r>
            <a:endParaRPr lang="en-US" sz="4000" b="0" u="none" strike="noStrike">
              <a:solidFill>
                <a:srgbClr val="000000"/>
              </a:solidFill>
              <a:effectLst/>
              <a:uFillTx/>
              <a:latin typeface="OpenSymbol"/>
            </a:endParaRPr>
          </a:p>
        </p:txBody>
      </p:sp>
      <p:pic>
        <p:nvPicPr>
          <p:cNvPr id="185" name="image6979c0debcd3f" descr="image6979c0debcd44"/>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Rectangle 185"/>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400" b="0" u="none" strike="noStrike">
                <a:solidFill>
                  <a:schemeClr val="dk1"/>
                </a:solidFill>
                <a:effectLst/>
                <a:uFillTx/>
                <a:latin typeface="Alex Brush"/>
              </a:rPr>
              <a:t>Purpose </a:t>
            </a:r>
            <a:r>
              <a:rPr lang="en-US" sz="2600" b="0" u="none" strike="noStrike">
                <a:solidFill>
                  <a:schemeClr val="dk1"/>
                </a:solidFill>
                <a:effectLst/>
                <a:uFillTx/>
                <a:latin typeface="Barlow"/>
              </a:rPr>
              <a:t>and Aim</a:t>
            </a:r>
            <a:endParaRPr lang="en-US" sz="2600" b="0" u="none" strike="noStrike">
              <a:solidFill>
                <a:srgbClr val="000000"/>
              </a:solidFill>
              <a:effectLst/>
              <a:uFillTx/>
              <a:latin typeface="OpenSymbol"/>
            </a:endParaRPr>
          </a:p>
        </p:txBody>
      </p:sp>
      <p:sp>
        <p:nvSpPr>
          <p:cNvPr id="187" name="Rectangle 186"/>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Barlow"/>
              </a:rPr>
              <a:t>The main objective is to provide </a:t>
            </a:r>
            <a:r>
              <a:rPr lang="en-US" sz="1200" b="1" u="none" strike="noStrike">
                <a:solidFill>
                  <a:schemeClr val="dk1"/>
                </a:solidFill>
                <a:effectLst/>
                <a:uFillTx/>
                <a:latin typeface="Barlow"/>
              </a:rPr>
              <a:t>instant assistance</a:t>
            </a:r>
            <a:r>
              <a:rPr lang="en-US" sz="1200" b="0" u="none" strike="noStrike">
                <a:solidFill>
                  <a:schemeClr val="dk1"/>
                </a:solidFill>
                <a:effectLst/>
                <a:uFillTx/>
                <a:latin typeface="Barlow"/>
              </a:rPr>
              <a:t> to women in emergency situations by sharing their </a:t>
            </a:r>
            <a:r>
              <a:rPr lang="en-US" sz="1200" b="0" i="1" u="none" strike="noStrike">
                <a:solidFill>
                  <a:schemeClr val="dk1"/>
                </a:solidFill>
                <a:effectLst/>
                <a:uFillTx/>
                <a:latin typeface="Barlow"/>
              </a:rPr>
              <a:t>live location</a:t>
            </a:r>
            <a:r>
              <a:rPr lang="en-US" sz="1200" b="0" u="none" strike="noStrike">
                <a:solidFill>
                  <a:schemeClr val="dk1"/>
                </a:solidFill>
                <a:effectLst/>
                <a:uFillTx/>
                <a:latin typeface="Barlow"/>
              </a:rPr>
              <a:t> with trusted contacts and authorities. This system ensures safety by enabling quick identification and response, fostering a secure environment through modern web and cloud technologies.</a:t>
            </a:r>
            <a:endParaRPr lang="en-US" sz="1200" b="0" u="none" strike="noStrike">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Rectangle 187"/>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400" b="0" u="none" strike="noStrike">
                <a:solidFill>
                  <a:schemeClr val="dk1"/>
                </a:solidFill>
                <a:effectLst/>
                <a:uFillTx/>
                <a:latin typeface="Alex Brush"/>
              </a:rPr>
              <a:t>Core </a:t>
            </a:r>
            <a:r>
              <a:rPr lang="en-US" sz="2600" b="0" u="none" strike="noStrike">
                <a:solidFill>
                  <a:schemeClr val="dk1"/>
                </a:solidFill>
                <a:effectLst/>
                <a:uFillTx/>
                <a:latin typeface="Barlow"/>
              </a:rPr>
              <a:t>Features Overview</a:t>
            </a:r>
            <a:endParaRPr lang="en-US" sz="2600" b="0" u="none" strike="noStrike">
              <a:solidFill>
                <a:srgbClr val="000000"/>
              </a:solidFill>
              <a:effectLst/>
              <a:uFillTx/>
              <a:latin typeface="OpenSymbol"/>
            </a:endParaRPr>
          </a:p>
        </p:txBody>
      </p:sp>
      <p:sp>
        <p:nvSpPr>
          <p:cNvPr id="189" name="Rectangle 188"/>
          <p:cNvSpPr/>
          <p:nvPr/>
        </p:nvSpPr>
        <p:spPr>
          <a:xfrm>
            <a:off x="476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Barlow"/>
              </a:rPr>
              <a:t>Key features include a </a:t>
            </a:r>
            <a:r>
              <a:rPr lang="en-US" sz="1200" b="0" i="1" u="none" strike="noStrike">
                <a:solidFill>
                  <a:schemeClr val="dk1"/>
                </a:solidFill>
                <a:effectLst/>
                <a:uFillTx/>
                <a:latin typeface="Barlow"/>
              </a:rPr>
              <a:t>single-click SOS button</a:t>
            </a:r>
            <a:r>
              <a:rPr lang="en-US" sz="1200" b="0" u="none" strike="noStrike">
                <a:solidFill>
                  <a:schemeClr val="dk1"/>
                </a:solidFill>
                <a:effectLst/>
                <a:uFillTx/>
                <a:latin typeface="Barlow"/>
              </a:rPr>
              <a:t>, automatic and manual location selection, live movement tracking, and instant alerts to emergency contacts and nearby police stations. The system also uses Firebase for real-time data handling and secure user authentication to maintain privacy and efficiency.</a:t>
            </a:r>
            <a:endParaRPr lang="en-US" sz="1200" b="0" u="none" strike="noStrike">
              <a:solidFill>
                <a:srgbClr val="000000"/>
              </a:solidFill>
              <a:effectLst/>
              <a:uFillTx/>
              <a:latin typeface="OpenSymbol"/>
            </a:endParaRPr>
          </a:p>
        </p:txBody>
      </p:sp>
      <p:pic>
        <p:nvPicPr>
          <p:cNvPr id="190" name="image6979c0decd801" descr="image6979c0decd805"/>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228600" y="419040"/>
            <a:ext cx="5390640" cy="10951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400" b="0" u="none" strike="noStrike">
                <a:solidFill>
                  <a:schemeClr val="dk1"/>
                </a:solidFill>
                <a:effectLst/>
                <a:uFillTx/>
                <a:latin typeface="Alex Brush"/>
                <a:ea typeface="Barlow"/>
              </a:rPr>
              <a:t>Technologies </a:t>
            </a:r>
            <a:r>
              <a:rPr lang="en-US" sz="2600" b="0" u="none" strike="noStrike">
                <a:solidFill>
                  <a:schemeClr val="dk1"/>
                </a:solidFill>
                <a:effectLst/>
                <a:uFillTx/>
                <a:latin typeface="Barlow"/>
                <a:ea typeface="Barlow"/>
              </a:rPr>
              <a:t>Used</a:t>
            </a:r>
            <a:endParaRPr lang="fr-FR" sz="2600" b="0" u="none" strike="noStrike">
              <a:solidFill>
                <a:schemeClr val="dk1"/>
              </a:solidFill>
              <a:effectLst/>
              <a:uFillTx/>
              <a:latin typeface="Arial"/>
            </a:endParaRPr>
          </a:p>
        </p:txBody>
      </p:sp>
      <p:sp>
        <p:nvSpPr>
          <p:cNvPr id="192" name="PlaceHolder 2"/>
          <p:cNvSpPr>
            <a:spLocks noGrp="1"/>
          </p:cNvSpPr>
          <p:nvPr>
            <p:ph type="subTitle"/>
          </p:nvPr>
        </p:nvSpPr>
        <p:spPr>
          <a:xfrm>
            <a:off x="228600" y="1666800"/>
            <a:ext cx="5390640" cy="287604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Barlow"/>
                <a:ea typeface="Barlow"/>
              </a:rPr>
              <a:t>The system employs </a:t>
            </a:r>
            <a:r>
              <a:rPr lang="en-US" sz="1200" b="1" u="none" strike="noStrike">
                <a:solidFill>
                  <a:schemeClr val="dk1"/>
                </a:solidFill>
                <a:effectLst/>
                <a:uFillTx/>
                <a:latin typeface="Barlow"/>
                <a:ea typeface="Barlow"/>
              </a:rPr>
              <a:t>HTML, CSS, and JavaScript</a:t>
            </a:r>
            <a:r>
              <a:rPr lang="en-US" sz="1200" b="0" u="none" strike="noStrike">
                <a:solidFill>
                  <a:schemeClr val="dk1"/>
                </a:solidFill>
                <a:effectLst/>
                <a:uFillTx/>
                <a:latin typeface="Barlow"/>
                <a:ea typeface="Barlow"/>
              </a:rPr>
              <a:t> for a responsive frontend experience. It integrates Google Maps and Geolocation APIs for precise location tracking. The backend uses </a:t>
            </a:r>
            <a:r>
              <a:rPr lang="en-US" sz="1200" b="1" u="none" strike="noStrike">
                <a:solidFill>
                  <a:schemeClr val="dk1"/>
                </a:solidFill>
                <a:effectLst/>
                <a:uFillTx/>
                <a:latin typeface="Barlow"/>
                <a:ea typeface="Barlow"/>
              </a:rPr>
              <a:t>Firebase Realtime Database</a:t>
            </a:r>
            <a:r>
              <a:rPr lang="en-US" sz="1200" b="0" u="none" strike="noStrike">
                <a:solidFill>
                  <a:schemeClr val="dk1"/>
                </a:solidFill>
                <a:effectLst/>
                <a:uFillTx/>
                <a:latin typeface="Barlow"/>
                <a:ea typeface="Barlow"/>
              </a:rPr>
              <a:t> and Authentication to manage user data securely. Additionally, messaging APIs such as WhatsApp and SMS are utilized for instant emergency notifications.</a:t>
            </a:r>
            <a:endParaRPr lang="en-US" sz="1200" b="0" u="none" strike="noStrike">
              <a:solidFill>
                <a:srgbClr val="000000"/>
              </a:solidFill>
              <a:effectLst/>
              <a:uFillTx/>
              <a:latin typeface="OpenSymbol"/>
            </a:endParaRPr>
          </a:p>
        </p:txBody>
      </p:sp>
      <p:sp>
        <p:nvSpPr>
          <p:cNvPr id="193" name="PlaceHolder 3"/>
          <p:cNvSpPr>
            <a:spLocks noGrp="1"/>
          </p:cNvSpPr>
          <p:nvPr>
            <p:ph type="sldNum" idx="23"/>
          </p:nvPr>
        </p:nvSpPr>
        <p:spPr>
          <a:xfrm>
            <a:off x="8601120" y="4777920"/>
            <a:ext cx="313920" cy="273960"/>
          </a:xfrm>
          <a:prstGeom prst="rect">
            <a:avLst/>
          </a:prstGeom>
          <a:noFill/>
          <a:ln w="0">
            <a:noFill/>
          </a:ln>
        </p:spPr>
        <p:txBody>
          <a:bodyPr lIns="91440" tIns="75960" rIns="91440" bIns="75960" anchor="ctr">
            <a:spAutoFit/>
          </a:bodyPr>
          <a:lstStyle>
            <a:lvl1pPr indent="0" algn="ctr" defTabSz="914400">
              <a:lnSpc>
                <a:spcPct val="100000"/>
              </a:lnSpc>
              <a:buNone/>
              <a:tabLst>
                <a:tab pos="0" algn="l"/>
              </a:tabLst>
              <a:defRPr lang="fr-FR" sz="800" b="0" u="none" strike="noStrike">
                <a:solidFill>
                  <a:schemeClr val="dk1"/>
                </a:solidFill>
                <a:effectLst/>
                <a:uFillTx/>
                <a:latin typeface="Barlow"/>
                <a:ea typeface="Barlow"/>
              </a:defRPr>
            </a:lvl1pPr>
          </a:lstStyle>
          <a:p>
            <a:pPr indent="0" algn="ctr" defTabSz="914400">
              <a:lnSpc>
                <a:spcPct val="100000"/>
              </a:lnSpc>
              <a:buNone/>
              <a:tabLst>
                <a:tab pos="0" algn="l"/>
              </a:tabLst>
            </a:pPr>
            <a:fld id="{D7ABFBEC-42AC-4D0C-A69F-F5DEF2562320}" type="slidenum">
              <a:rPr lang="fr-FR" sz="800" b="0" u="none" strike="noStrike">
                <a:solidFill>
                  <a:schemeClr val="dk1"/>
                </a:solidFill>
                <a:effectLst/>
                <a:uFillTx/>
                <a:latin typeface="Barlow"/>
                <a:ea typeface="Barlow"/>
              </a:rPr>
              <a:t>6</a:t>
            </a:fld>
            <a:endParaRPr lang="en-US" sz="800" b="0" u="none" strike="noStrike">
              <a:solidFill>
                <a:srgbClr val="000000"/>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Rectangle 193"/>
          <p:cNvSpPr/>
          <p:nvPr/>
        </p:nvSpPr>
        <p:spPr>
          <a:xfrm>
            <a:off x="5048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02</a:t>
            </a:r>
            <a:endParaRPr lang="en-US" sz="5000" b="0" u="none" strike="noStrike">
              <a:solidFill>
                <a:srgbClr val="000000"/>
              </a:solidFill>
              <a:effectLst/>
              <a:uFillTx/>
              <a:latin typeface="OpenSymbol"/>
            </a:endParaRPr>
          </a:p>
        </p:txBody>
      </p:sp>
      <p:sp>
        <p:nvSpPr>
          <p:cNvPr id="195" name="Rectangle 194"/>
          <p:cNvSpPr/>
          <p:nvPr/>
        </p:nvSpPr>
        <p:spPr>
          <a:xfrm>
            <a:off x="5048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0" u="none" strike="noStrike">
                <a:solidFill>
                  <a:schemeClr val="dk1"/>
                </a:solidFill>
                <a:effectLst/>
                <a:uFillTx/>
                <a:latin typeface="Alex Brush"/>
              </a:rPr>
              <a:t>System </a:t>
            </a:r>
            <a:r>
              <a:rPr lang="en-US" sz="4000" b="0" u="none" strike="noStrike">
                <a:solidFill>
                  <a:schemeClr val="dk1"/>
                </a:solidFill>
                <a:effectLst/>
                <a:uFillTx/>
                <a:latin typeface="Barlow"/>
              </a:rPr>
              <a:t>Architecture</a:t>
            </a:r>
            <a:endParaRPr lang="en-US" sz="4000" b="0" u="none" strike="noStrike">
              <a:solidFill>
                <a:srgbClr val="000000"/>
              </a:solidFill>
              <a:effectLst/>
              <a:uFillTx/>
              <a:latin typeface="OpenSymbol"/>
            </a:endParaRPr>
          </a:p>
        </p:txBody>
      </p:sp>
      <p:pic>
        <p:nvPicPr>
          <p:cNvPr id="196" name="image6979c0dee2d37" descr="image6979c0dee2d3d"/>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Rectangle 196"/>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400" b="0" u="none" strike="noStrike">
                <a:solidFill>
                  <a:schemeClr val="dk1"/>
                </a:solidFill>
                <a:effectLst/>
                <a:uFillTx/>
                <a:latin typeface="Alex Brush"/>
              </a:rPr>
              <a:t>User </a:t>
            </a:r>
            <a:r>
              <a:rPr lang="en-US" sz="2600" b="0" u="none" strike="noStrike">
                <a:solidFill>
                  <a:schemeClr val="dk1"/>
                </a:solidFill>
                <a:effectLst/>
                <a:uFillTx/>
                <a:latin typeface="Barlow"/>
              </a:rPr>
              <a:t>Interaction Flow</a:t>
            </a:r>
            <a:endParaRPr lang="en-US" sz="2600" b="0" u="none" strike="noStrike">
              <a:solidFill>
                <a:srgbClr val="000000"/>
              </a:solidFill>
              <a:effectLst/>
              <a:uFillTx/>
              <a:latin typeface="OpenSymbol"/>
            </a:endParaRPr>
          </a:p>
        </p:txBody>
      </p:sp>
      <p:sp>
        <p:nvSpPr>
          <p:cNvPr id="198" name="Rectangle 197"/>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Barlow"/>
              </a:rPr>
              <a:t>Users start by registering their details and emergency contacts on the website. Location can be detected automatically or selected manually. When the SOS button is pressed, the system sends alerts immediately to contacts and police stations, with live location updates if the user moves, ensuring continuous tracking during an emergency.</a:t>
            </a:r>
            <a:endParaRPr lang="en-US" sz="1200" b="0" u="none" strike="noStrike">
              <a:solidFill>
                <a:srgbClr val="000000"/>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Rectangle 198"/>
          <p:cNvSpPr/>
          <p:nvPr/>
        </p:nvSpPr>
        <p:spPr>
          <a:xfrm>
            <a:off x="5048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400" b="0" u="none" strike="noStrike">
                <a:solidFill>
                  <a:schemeClr val="dk1"/>
                </a:solidFill>
                <a:effectLst/>
                <a:uFillTx/>
                <a:latin typeface="Alex Brush"/>
              </a:rPr>
              <a:t>Emergency </a:t>
            </a:r>
            <a:r>
              <a:rPr lang="en-US" sz="2600" b="0" u="none" strike="noStrike">
                <a:solidFill>
                  <a:schemeClr val="dk1"/>
                </a:solidFill>
                <a:effectLst/>
                <a:uFillTx/>
                <a:latin typeface="Barlow"/>
              </a:rPr>
              <a:t>Alert Process</a:t>
            </a:r>
            <a:endParaRPr lang="en-US" sz="2600" b="0" u="none" strike="noStrike">
              <a:solidFill>
                <a:srgbClr val="000000"/>
              </a:solidFill>
              <a:effectLst/>
              <a:uFillTx/>
              <a:latin typeface="OpenSymbol"/>
            </a:endParaRPr>
          </a:p>
        </p:txBody>
      </p:sp>
      <p:sp>
        <p:nvSpPr>
          <p:cNvPr id="200" name="Rectangle 199"/>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Barlow"/>
              </a:rPr>
              <a:t>Upon activation, the SOS button triggers an instant alert containing the user’s name, mobile number, and live Google Maps location. This alert is sent to multiple emergency contacts and the nearest police station. The system continuously updates the location in real time, allowing responders to track movements until the situation is resolved.</a:t>
            </a:r>
            <a:endParaRPr lang="en-US" sz="1200" b="0" u="none" strike="noStrike">
              <a:solidFill>
                <a:srgbClr val="000000"/>
              </a:solidFill>
              <a:effectLst/>
              <a:uFillTx/>
              <a:latin typeface="OpenSymbol"/>
            </a:endParaRPr>
          </a:p>
        </p:txBody>
      </p:sp>
      <p:pic>
        <p:nvPicPr>
          <p:cNvPr id="201" name="image6979c0def3138" descr="image6979c0def313d"/>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228600" y="419040"/>
            <a:ext cx="5390640" cy="10951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400" b="0" u="none" strike="noStrike">
                <a:solidFill>
                  <a:schemeClr val="dk1"/>
                </a:solidFill>
                <a:effectLst/>
                <a:uFillTx/>
                <a:latin typeface="Alex Brush"/>
                <a:ea typeface="Barlow"/>
              </a:rPr>
              <a:t>Data </a:t>
            </a:r>
            <a:r>
              <a:rPr lang="en-US" sz="2600" b="0" u="none" strike="noStrike">
                <a:solidFill>
                  <a:schemeClr val="dk1"/>
                </a:solidFill>
                <a:effectLst/>
                <a:uFillTx/>
                <a:latin typeface="Barlow"/>
                <a:ea typeface="Barlow"/>
              </a:rPr>
              <a:t>Management and Security</a:t>
            </a:r>
            <a:endParaRPr lang="fr-FR" sz="2600" b="0" u="none" strike="noStrike">
              <a:solidFill>
                <a:schemeClr val="dk1"/>
              </a:solidFill>
              <a:effectLst/>
              <a:uFillTx/>
              <a:latin typeface="Arial"/>
            </a:endParaRPr>
          </a:p>
        </p:txBody>
      </p:sp>
      <p:sp>
        <p:nvSpPr>
          <p:cNvPr id="203" name="PlaceHolder 2"/>
          <p:cNvSpPr>
            <a:spLocks noGrp="1"/>
          </p:cNvSpPr>
          <p:nvPr>
            <p:ph type="subTitle"/>
          </p:nvPr>
        </p:nvSpPr>
        <p:spPr>
          <a:xfrm>
            <a:off x="228600" y="1666800"/>
            <a:ext cx="5390640" cy="287604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Barlow"/>
                <a:ea typeface="Barlow"/>
              </a:rPr>
              <a:t>User data and live locations are stored in </a:t>
            </a:r>
            <a:r>
              <a:rPr lang="en-US" sz="1200" b="1" u="none" strike="noStrike">
                <a:solidFill>
                  <a:schemeClr val="dk1"/>
                </a:solidFill>
                <a:effectLst/>
                <a:uFillTx/>
                <a:latin typeface="Barlow"/>
                <a:ea typeface="Barlow"/>
              </a:rPr>
              <a:t>Firebase Realtime Database</a:t>
            </a:r>
            <a:r>
              <a:rPr lang="en-US" sz="1200" b="0" u="none" strike="noStrike">
                <a:solidFill>
                  <a:schemeClr val="dk1"/>
                </a:solidFill>
                <a:effectLst/>
                <a:uFillTx/>
                <a:latin typeface="Barlow"/>
                <a:ea typeface="Barlow"/>
              </a:rPr>
              <a:t>, ensuring instant updates without refresh delays. The system uses Firebase Authentication to provide secure login and restricts location sharing strictly to emergency situations. User privacy is prioritized with controlled data access to prevent unauthorized usage.</a:t>
            </a:r>
            <a:endParaRPr lang="en-US" sz="1200" b="0" u="none" strike="noStrike">
              <a:solidFill>
                <a:srgbClr val="000000"/>
              </a:solidFill>
              <a:effectLst/>
              <a:uFillTx/>
              <a:latin typeface="OpenSymbol"/>
            </a:endParaRPr>
          </a:p>
        </p:txBody>
      </p:sp>
      <p:sp>
        <p:nvSpPr>
          <p:cNvPr id="204" name="PlaceHolder 3"/>
          <p:cNvSpPr>
            <a:spLocks noGrp="1"/>
          </p:cNvSpPr>
          <p:nvPr>
            <p:ph type="sldNum" idx="24"/>
          </p:nvPr>
        </p:nvSpPr>
        <p:spPr>
          <a:xfrm>
            <a:off x="8601120" y="4777920"/>
            <a:ext cx="313920" cy="273960"/>
          </a:xfrm>
          <a:prstGeom prst="rect">
            <a:avLst/>
          </a:prstGeom>
          <a:noFill/>
          <a:ln w="0">
            <a:noFill/>
          </a:ln>
        </p:spPr>
        <p:txBody>
          <a:bodyPr lIns="91440" tIns="75960" rIns="91440" bIns="75960" anchor="ctr">
            <a:spAutoFit/>
          </a:bodyPr>
          <a:lstStyle>
            <a:lvl1pPr indent="0" algn="ctr" defTabSz="914400">
              <a:lnSpc>
                <a:spcPct val="100000"/>
              </a:lnSpc>
              <a:buNone/>
              <a:tabLst>
                <a:tab pos="0" algn="l"/>
              </a:tabLst>
              <a:defRPr lang="fr-FR" sz="800" b="0" u="none" strike="noStrike">
                <a:solidFill>
                  <a:schemeClr val="dk1"/>
                </a:solidFill>
                <a:effectLst/>
                <a:uFillTx/>
                <a:latin typeface="Barlow"/>
                <a:ea typeface="Barlow"/>
              </a:defRPr>
            </a:lvl1pPr>
          </a:lstStyle>
          <a:p>
            <a:pPr indent="0" algn="ctr" defTabSz="914400">
              <a:lnSpc>
                <a:spcPct val="100000"/>
              </a:lnSpc>
              <a:buNone/>
              <a:tabLst>
                <a:tab pos="0" algn="l"/>
              </a:tabLst>
            </a:pPr>
            <a:fld id="{FC041D51-2470-43AA-B022-DB538BC00C54}" type="slidenum">
              <a:rPr lang="fr-FR" sz="800" b="0" u="none" strike="noStrike">
                <a:solidFill>
                  <a:schemeClr val="dk1"/>
                </a:solidFill>
                <a:effectLst/>
                <a:uFillTx/>
                <a:latin typeface="Barlow"/>
                <a:ea typeface="Barlow"/>
              </a:rPr>
              <a:t>10</a:t>
            </a:fld>
            <a:endParaRPr lang="en-US" sz="800" b="0" u="none" strike="noStrike">
              <a:solidFill>
                <a:srgbClr val="000000"/>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228600" y="419040"/>
            <a:ext cx="5390640" cy="10951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400" b="0" u="none" strike="noStrike">
                <a:solidFill>
                  <a:schemeClr val="dk1"/>
                </a:solidFill>
                <a:effectLst/>
                <a:uFillTx/>
                <a:latin typeface="Alex Brush"/>
                <a:ea typeface="Barlow"/>
              </a:rPr>
              <a:t>Conclusions </a:t>
            </a:r>
            <a:endParaRPr lang="fr-FR" sz="3400" b="0" u="none" strike="noStrike">
              <a:solidFill>
                <a:schemeClr val="dk1"/>
              </a:solidFill>
              <a:effectLst/>
              <a:uFillTx/>
              <a:latin typeface="Arial"/>
            </a:endParaRPr>
          </a:p>
        </p:txBody>
      </p:sp>
      <p:sp>
        <p:nvSpPr>
          <p:cNvPr id="206" name="PlaceHolder 2"/>
          <p:cNvSpPr>
            <a:spLocks noGrp="1"/>
          </p:cNvSpPr>
          <p:nvPr>
            <p:ph type="subTitle"/>
          </p:nvPr>
        </p:nvSpPr>
        <p:spPr>
          <a:xfrm>
            <a:off x="228600" y="1666800"/>
            <a:ext cx="5390640" cy="287604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Barlow"/>
                <a:ea typeface="Barlow"/>
              </a:rPr>
              <a:t>The Women Safety system offers a </a:t>
            </a:r>
            <a:r>
              <a:rPr lang="en-US" sz="1200" b="1" u="none" strike="noStrike">
                <a:solidFill>
                  <a:schemeClr val="dk1"/>
                </a:solidFill>
                <a:effectLst/>
                <a:uFillTx/>
                <a:latin typeface="Barlow"/>
                <a:ea typeface="Barlow"/>
              </a:rPr>
              <a:t>robust and reliable platform</a:t>
            </a:r>
            <a:r>
              <a:rPr lang="en-US" sz="1200" b="0" u="none" strike="noStrike">
                <a:solidFill>
                  <a:schemeClr val="dk1"/>
                </a:solidFill>
                <a:effectLst/>
                <a:uFillTx/>
                <a:latin typeface="Barlow"/>
                <a:ea typeface="Barlow"/>
              </a:rPr>
              <a:t> for instant emergency response through live location tracking and real-time alerts. By connecting users with trusted contacts and law enforcement swiftly, the solution enhances personal safety and response efficiency, leveraging modern web and cloud technologies for social impact.</a:t>
            </a:r>
            <a:endParaRPr lang="en-US" sz="1200" b="0" u="none" strike="noStrike">
              <a:solidFill>
                <a:srgbClr val="000000"/>
              </a:solidFill>
              <a:effectLst/>
              <a:uFillTx/>
              <a:latin typeface="OpenSymbol"/>
            </a:endParaRPr>
          </a:p>
        </p:txBody>
      </p:sp>
      <p:sp>
        <p:nvSpPr>
          <p:cNvPr id="207" name="PlaceHolder 3"/>
          <p:cNvSpPr>
            <a:spLocks noGrp="1"/>
          </p:cNvSpPr>
          <p:nvPr>
            <p:ph type="sldNum" idx="25"/>
          </p:nvPr>
        </p:nvSpPr>
        <p:spPr>
          <a:xfrm>
            <a:off x="8601120" y="4777920"/>
            <a:ext cx="313920" cy="273960"/>
          </a:xfrm>
          <a:prstGeom prst="rect">
            <a:avLst/>
          </a:prstGeom>
          <a:noFill/>
          <a:ln w="0">
            <a:noFill/>
          </a:ln>
        </p:spPr>
        <p:txBody>
          <a:bodyPr lIns="91440" tIns="75960" rIns="91440" bIns="75960" anchor="ctr">
            <a:spAutoFit/>
          </a:bodyPr>
          <a:lstStyle>
            <a:lvl1pPr indent="0" algn="ctr" defTabSz="914400">
              <a:lnSpc>
                <a:spcPct val="100000"/>
              </a:lnSpc>
              <a:buNone/>
              <a:tabLst>
                <a:tab pos="0" algn="l"/>
              </a:tabLst>
              <a:defRPr lang="fr-FR" sz="800" b="0" u="none" strike="noStrike">
                <a:solidFill>
                  <a:schemeClr val="dk1"/>
                </a:solidFill>
                <a:effectLst/>
                <a:uFillTx/>
                <a:latin typeface="Barlow"/>
                <a:ea typeface="Barlow"/>
              </a:defRPr>
            </a:lvl1pPr>
          </a:lstStyle>
          <a:p>
            <a:pPr indent="0" algn="ctr" defTabSz="914400">
              <a:lnSpc>
                <a:spcPct val="100000"/>
              </a:lnSpc>
              <a:buNone/>
              <a:tabLst>
                <a:tab pos="0" algn="l"/>
              </a:tabLst>
            </a:pPr>
            <a:fld id="{EF9D497D-27C9-4771-AAEF-57EBF356280A}" type="slidenum">
              <a:rPr lang="fr-FR" sz="800" b="0" u="none" strike="noStrike">
                <a:solidFill>
                  <a:schemeClr val="dk1"/>
                </a:solidFill>
                <a:effectLst/>
                <a:uFillTx/>
                <a:latin typeface="Barlow"/>
                <a:ea typeface="Barlow"/>
              </a:rPr>
              <a:t>11</a:t>
            </a:fld>
            <a:endParaRPr lang="en-US" sz="800" b="0" u="none" strike="noStrike">
              <a:solidFill>
                <a:srgbClr val="000000"/>
              </a:solidFill>
              <a:effectLst/>
              <a:uFillTx/>
              <a:latin typeface="OpenSymbo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228600" y="647280"/>
            <a:ext cx="6667200" cy="1057320"/>
          </a:xfrm>
          <a:prstGeom prst="rect">
            <a:avLst/>
          </a:prstGeom>
          <a:noFill/>
          <a:ln w="0">
            <a:noFill/>
          </a:ln>
        </p:spPr>
        <p:txBody>
          <a:bodyPr lIns="91440" tIns="91440" rIns="91440" bIns="91440" anchor="b">
            <a:spAutoFit/>
          </a:bodyPr>
          <a:lstStyle/>
          <a:p>
            <a:pPr indent="0">
              <a:lnSpc>
                <a:spcPct val="100000"/>
              </a:lnSpc>
              <a:buNone/>
              <a:tabLst>
                <a:tab pos="0" algn="l"/>
              </a:tabLst>
            </a:pPr>
            <a:r>
              <a:rPr lang="en" sz="7200" b="0" u="none" strike="noStrike">
                <a:solidFill>
                  <a:schemeClr val="dk1"/>
                </a:solidFill>
                <a:effectLst/>
                <a:uFillTx/>
                <a:latin typeface="Barlow"/>
                <a:ea typeface="Barlow"/>
              </a:rPr>
              <a:t>T</a:t>
            </a:r>
            <a:r>
              <a:rPr lang="en" sz="5500" b="0" u="none" strike="noStrike">
                <a:solidFill>
                  <a:schemeClr val="dk1"/>
                </a:solidFill>
                <a:effectLst/>
                <a:uFillTx/>
                <a:latin typeface="Barlow"/>
                <a:ea typeface="Barlow"/>
              </a:rPr>
              <a:t>hank </a:t>
            </a:r>
            <a:r>
              <a:rPr lang="en" sz="7200" b="0" u="none" strike="noStrike">
                <a:solidFill>
                  <a:schemeClr val="dk1"/>
                </a:solidFill>
                <a:effectLst/>
                <a:uFillTx/>
                <a:latin typeface="Barlow"/>
                <a:ea typeface="Barlow"/>
              </a:rPr>
              <a:t>y</a:t>
            </a:r>
            <a:r>
              <a:rPr lang="en" sz="5500" b="0" u="none" strike="noStrike">
                <a:solidFill>
                  <a:schemeClr val="dk1"/>
                </a:solidFill>
                <a:effectLst/>
                <a:uFillTx/>
                <a:latin typeface="Barlow"/>
                <a:ea typeface="Barlow"/>
              </a:rPr>
              <a:t>ou</a:t>
            </a:r>
            <a:endParaRPr lang="fr-FR" sz="5500" b="0" u="none" strike="noStrike">
              <a:solidFill>
                <a:schemeClr val="dk1"/>
              </a:solidFill>
              <a:effectLst/>
              <a:uFillTx/>
              <a:latin typeface="Arial"/>
            </a:endParaRPr>
          </a:p>
        </p:txBody>
      </p:sp>
      <p:sp>
        <p:nvSpPr>
          <p:cNvPr id="211" name="Google Shape;476;p40"/>
          <p:cNvSpPr/>
          <p:nvPr/>
        </p:nvSpPr>
        <p:spPr>
          <a:xfrm>
            <a:off x="323280" y="2700720"/>
            <a:ext cx="290880" cy="291240"/>
          </a:xfrm>
          <a:custGeom>
            <a:avLst/>
            <a:gdLst>
              <a:gd name="textAreaLeft" fmla="*/ 0 w 290880"/>
              <a:gd name="textAreaRight" fmla="*/ 291240 w 290880"/>
              <a:gd name="textAreaTop" fmla="*/ 0 h 291240"/>
              <a:gd name="textAreaBottom" fmla="*/ 291600 h 291240"/>
            </a:gdLst>
            <a:ahLst/>
            <a:cxnLst/>
            <a:rect l="textAreaLeft" t="textAreaTop" r="textAreaRight" b="textAreaBottom"/>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17" name="Google Shape;482;p40"/>
          <p:cNvGrpSpPr/>
          <p:nvPr/>
        </p:nvGrpSpPr>
        <p:grpSpPr>
          <a:xfrm>
            <a:off x="1204560" y="2700000"/>
            <a:ext cx="292320" cy="292320"/>
            <a:chOff x="1199880" y="2700000"/>
            <a:chExt cx="292320" cy="292320"/>
          </a:xfrm>
        </p:grpSpPr>
        <p:sp>
          <p:nvSpPr>
            <p:cNvPr id="218" name="Google Shape;483;p40"/>
            <p:cNvSpPr/>
            <p:nvPr/>
          </p:nvSpPr>
          <p:spPr>
            <a:xfrm>
              <a:off x="1199880" y="2700000"/>
              <a:ext cx="292320" cy="292320"/>
            </a:xfrm>
            <a:custGeom>
              <a:avLst/>
              <a:gdLst>
                <a:gd name="textAreaLeft" fmla="*/ 0 w 292320"/>
                <a:gd name="textAreaRight" fmla="*/ 292680 w 292320"/>
                <a:gd name="textAreaTop" fmla="*/ 0 h 292320"/>
                <a:gd name="textAreaBottom" fmla="*/ 292680 h 292320"/>
              </a:gdLst>
              <a:ahLst/>
              <a:cxn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9" name="Google Shape;484;p40"/>
            <p:cNvSpPr/>
            <p:nvPr/>
          </p:nvSpPr>
          <p:spPr>
            <a:xfrm>
              <a:off x="1266840" y="2817360"/>
              <a:ext cx="39960" cy="101520"/>
            </a:xfrm>
            <a:custGeom>
              <a:avLst/>
              <a:gdLst>
                <a:gd name="textAreaLeft" fmla="*/ 0 w 39960"/>
                <a:gd name="textAreaRight" fmla="*/ 40320 w 39960"/>
                <a:gd name="textAreaTop" fmla="*/ 0 h 101520"/>
                <a:gd name="textAreaBottom" fmla="*/ 101880 h 10152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0" name="Google Shape;485;p40"/>
            <p:cNvSpPr/>
            <p:nvPr/>
          </p:nvSpPr>
          <p:spPr>
            <a:xfrm>
              <a:off x="1261080" y="2761920"/>
              <a:ext cx="46080" cy="46080"/>
            </a:xfrm>
            <a:custGeom>
              <a:avLst/>
              <a:gdLst>
                <a:gd name="textAreaLeft" fmla="*/ 0 w 46080"/>
                <a:gd name="textAreaRight" fmla="*/ 46440 w 46080"/>
                <a:gd name="textAreaTop" fmla="*/ 0 h 46080"/>
                <a:gd name="textAreaBottom" fmla="*/ 46440 h 4608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1" name="Google Shape;486;p40"/>
            <p:cNvSpPr/>
            <p:nvPr/>
          </p:nvSpPr>
          <p:spPr>
            <a:xfrm>
              <a:off x="1328400" y="2817360"/>
              <a:ext cx="108000" cy="101520"/>
            </a:xfrm>
            <a:custGeom>
              <a:avLst/>
              <a:gdLst>
                <a:gd name="textAreaLeft" fmla="*/ 0 w 108000"/>
                <a:gd name="textAreaRight" fmla="*/ 108360 w 108000"/>
                <a:gd name="textAreaTop" fmla="*/ 0 h 101520"/>
                <a:gd name="textAreaBottom" fmla="*/ 101880 h 10152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theme/theme1.xml><?xml version="1.0" encoding="utf-8"?>
<a:theme xmlns:a="http://schemas.openxmlformats.org/drawingml/2006/main" name="Asian Pop Culture by Slidesgo">
  <a:themeElements>
    <a:clrScheme name="Simple Light">
      <a:dk1>
        <a:srgbClr val="532D22"/>
      </a:dk1>
      <a:lt1>
        <a:srgbClr val="EBE4DA"/>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532D2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(16:9)</PresentationFormat>
  <Slides>12</Slides>
  <Notes>0</Notes>
  <HiddenSlides>0</HiddenSlide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Asian Pop Culture by Slidesgo</vt:lpstr>
      <vt:lpstr>Slidesgo Final Pages</vt:lpstr>
      <vt:lpstr>Women Safety </vt:lpstr>
      <vt:lpstr>Introduction </vt:lpstr>
      <vt:lpstr>PowerPoint Presentation</vt:lpstr>
      <vt:lpstr>PowerPoint Presentation</vt:lpstr>
      <vt:lpstr>PowerPoint Presentation</vt:lpstr>
      <vt:lpstr>Technologies Used</vt:lpstr>
      <vt:lpstr>PowerPoint Presentation</vt:lpstr>
      <vt:lpstr>PowerPoint Presentation</vt:lpstr>
      <vt:lpstr>PowerPoint Presentation</vt:lpstr>
      <vt:lpstr>Data Management and Security</vt:lpstr>
      <vt:lpstr>Conclusions </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Women Safety </dc:title>
  <cp:lastModifiedBy>pavanroyaltravels76@gmail.com</cp:lastModifiedBy>
  <cp:revision>1</cp:revision>
  <dcterms:modified xsi:type="dcterms:W3CDTF">2026-01-28T07:58:44Z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2026-01-28T07:55:00Z</dcterms:created>
  <dc:creator>Unknown Creator</dc:creator>
  <dc:description/>
  <dc:language>en-US</dc:language>
  <cp:lastModifiedBy>Unknown Creator</cp:lastModifiedBy>
  <dcterms:modified xsi:type="dcterms:W3CDTF">2026-01-28T07:55:00Z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